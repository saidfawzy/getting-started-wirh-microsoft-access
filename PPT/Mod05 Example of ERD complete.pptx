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2" r:id="rId2"/>
    <p:sldId id="383" r:id="rId3"/>
    <p:sldId id="384" r:id="rId4"/>
    <p:sldId id="426" r:id="rId5"/>
    <p:sldId id="385" r:id="rId6"/>
    <p:sldId id="386" r:id="rId7"/>
    <p:sldId id="389" r:id="rId8"/>
    <p:sldId id="390" r:id="rId9"/>
    <p:sldId id="397" r:id="rId10"/>
    <p:sldId id="398" r:id="rId11"/>
    <p:sldId id="399" r:id="rId12"/>
    <p:sldId id="400" r:id="rId13"/>
    <p:sldId id="401" r:id="rId14"/>
    <p:sldId id="402" r:id="rId15"/>
    <p:sldId id="403" r:id="rId16"/>
    <p:sldId id="404" r:id="rId17"/>
    <p:sldId id="405" r:id="rId18"/>
    <p:sldId id="406" r:id="rId19"/>
    <p:sldId id="407" r:id="rId20"/>
    <p:sldId id="408" r:id="rId21"/>
    <p:sldId id="409" r:id="rId22"/>
    <p:sldId id="410" r:id="rId23"/>
    <p:sldId id="411" r:id="rId24"/>
    <p:sldId id="412" r:id="rId25"/>
    <p:sldId id="391" r:id="rId26"/>
    <p:sldId id="392" r:id="rId27"/>
    <p:sldId id="393" r:id="rId28"/>
    <p:sldId id="394" r:id="rId29"/>
    <p:sldId id="395" r:id="rId30"/>
    <p:sldId id="414" r:id="rId31"/>
    <p:sldId id="415" r:id="rId32"/>
    <p:sldId id="416" r:id="rId33"/>
    <p:sldId id="417" r:id="rId34"/>
    <p:sldId id="418" r:id="rId35"/>
    <p:sldId id="419" r:id="rId36"/>
    <p:sldId id="420" r:id="rId37"/>
    <p:sldId id="421" r:id="rId38"/>
    <p:sldId id="422" r:id="rId39"/>
    <p:sldId id="423" r:id="rId40"/>
    <p:sldId id="424" r:id="rId41"/>
    <p:sldId id="413" r:id="rId42"/>
    <p:sldId id="425" r:id="rId43"/>
    <p:sldId id="427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2CC"/>
    <a:srgbClr val="C55A11"/>
    <a:srgbClr val="DA986B"/>
    <a:srgbClr val="858490"/>
    <a:srgbClr val="903450"/>
    <a:srgbClr val="8A324D"/>
    <a:srgbClr val="D17F99"/>
    <a:srgbClr val="CC7992"/>
    <a:srgbClr val="E2CFD5"/>
    <a:srgbClr val="385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1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12DE60-CEBC-4AE3-B6FF-37A7870A44DF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C515FF6-26F6-4641-AE27-5CE1F71C3C43}">
      <dgm:prSet/>
      <dgm:spPr/>
      <dgm:t>
        <a:bodyPr/>
        <a:lstStyle/>
        <a:p>
          <a:pPr>
            <a:defRPr cap="all"/>
          </a:pPr>
          <a:r>
            <a:rPr lang="en-US" dirty="0"/>
            <a:t>Plan and design Customer Database</a:t>
          </a:r>
        </a:p>
      </dgm:t>
    </dgm:pt>
    <dgm:pt modelId="{D7080BEF-B18B-4802-A9D5-D5D83A6A140A}" type="parTrans" cxnId="{CA1F91E3-7A93-4C30-A020-7A90AAC56D3E}">
      <dgm:prSet/>
      <dgm:spPr/>
      <dgm:t>
        <a:bodyPr/>
        <a:lstStyle/>
        <a:p>
          <a:endParaRPr lang="en-US"/>
        </a:p>
      </dgm:t>
    </dgm:pt>
    <dgm:pt modelId="{D7471190-5365-4B26-99EB-B60209DC533C}" type="sibTrans" cxnId="{CA1F91E3-7A93-4C30-A020-7A90AAC56D3E}">
      <dgm:prSet/>
      <dgm:spPr/>
      <dgm:t>
        <a:bodyPr/>
        <a:lstStyle/>
        <a:p>
          <a:endParaRPr lang="en-US"/>
        </a:p>
      </dgm:t>
    </dgm:pt>
    <dgm:pt modelId="{9325D337-FF56-4CDB-AAA0-11DB4C77E472}">
      <dgm:prSet/>
      <dgm:spPr/>
      <dgm:t>
        <a:bodyPr/>
        <a:lstStyle/>
        <a:p>
          <a:pPr>
            <a:defRPr cap="all"/>
          </a:pPr>
          <a:r>
            <a:rPr lang="en-US" dirty="0"/>
            <a:t>Create Tables in </a:t>
          </a:r>
          <a:r>
            <a:rPr lang="en-US" dirty="0" err="1"/>
            <a:t>ms</a:t>
          </a:r>
          <a:r>
            <a:rPr lang="en-US" dirty="0"/>
            <a:t> access</a:t>
          </a:r>
        </a:p>
      </dgm:t>
    </dgm:pt>
    <dgm:pt modelId="{22281A36-7358-41A5-A754-1899736C8145}" type="parTrans" cxnId="{6E002BD0-119F-4F42-BDB4-B635BC1B25ED}">
      <dgm:prSet/>
      <dgm:spPr/>
      <dgm:t>
        <a:bodyPr/>
        <a:lstStyle/>
        <a:p>
          <a:endParaRPr lang="en-US"/>
        </a:p>
      </dgm:t>
    </dgm:pt>
    <dgm:pt modelId="{1EFE8F4B-5F63-4AF0-931C-59AA24AF4A50}" type="sibTrans" cxnId="{6E002BD0-119F-4F42-BDB4-B635BC1B25ED}">
      <dgm:prSet/>
      <dgm:spPr/>
      <dgm:t>
        <a:bodyPr/>
        <a:lstStyle/>
        <a:p>
          <a:endParaRPr lang="en-US"/>
        </a:p>
      </dgm:t>
    </dgm:pt>
    <dgm:pt modelId="{C32B0242-A19F-407C-8A61-69A7D5AAFB9E}" type="pres">
      <dgm:prSet presAssocID="{2912DE60-CEBC-4AE3-B6FF-37A7870A44DF}" presName="linear" presStyleCnt="0">
        <dgm:presLayoutVars>
          <dgm:dir/>
          <dgm:animLvl val="lvl"/>
          <dgm:resizeHandles val="exact"/>
        </dgm:presLayoutVars>
      </dgm:prSet>
      <dgm:spPr/>
    </dgm:pt>
    <dgm:pt modelId="{4FE139D7-BA19-43B2-A34F-057E05B3E7BE}" type="pres">
      <dgm:prSet presAssocID="{FC515FF6-26F6-4641-AE27-5CE1F71C3C43}" presName="parentLin" presStyleCnt="0"/>
      <dgm:spPr/>
    </dgm:pt>
    <dgm:pt modelId="{35006B7A-83DC-473C-BEB7-2AE633005BD1}" type="pres">
      <dgm:prSet presAssocID="{FC515FF6-26F6-4641-AE27-5CE1F71C3C43}" presName="parentLeftMargin" presStyleLbl="node1" presStyleIdx="0" presStyleCnt="2"/>
      <dgm:spPr/>
    </dgm:pt>
    <dgm:pt modelId="{E958BBF8-7D27-4D46-A828-4DC275069E4B}" type="pres">
      <dgm:prSet presAssocID="{FC515FF6-26F6-4641-AE27-5CE1F71C3C4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A61426E-C993-4B45-9C38-6A825C062C80}" type="pres">
      <dgm:prSet presAssocID="{FC515FF6-26F6-4641-AE27-5CE1F71C3C43}" presName="negativeSpace" presStyleCnt="0"/>
      <dgm:spPr/>
    </dgm:pt>
    <dgm:pt modelId="{CE6DBAF6-1420-4785-B291-51B1768C0A6C}" type="pres">
      <dgm:prSet presAssocID="{FC515FF6-26F6-4641-AE27-5CE1F71C3C43}" presName="childText" presStyleLbl="conFgAcc1" presStyleIdx="0" presStyleCnt="2">
        <dgm:presLayoutVars>
          <dgm:bulletEnabled val="1"/>
        </dgm:presLayoutVars>
      </dgm:prSet>
      <dgm:spPr/>
    </dgm:pt>
    <dgm:pt modelId="{66CD606B-7AA9-4E25-B0A4-70C900E7E2C5}" type="pres">
      <dgm:prSet presAssocID="{D7471190-5365-4B26-99EB-B60209DC533C}" presName="spaceBetweenRectangles" presStyleCnt="0"/>
      <dgm:spPr/>
    </dgm:pt>
    <dgm:pt modelId="{E7BE1F91-C323-4781-8DE0-6C0CD10A11D8}" type="pres">
      <dgm:prSet presAssocID="{9325D337-FF56-4CDB-AAA0-11DB4C77E472}" presName="parentLin" presStyleCnt="0"/>
      <dgm:spPr/>
    </dgm:pt>
    <dgm:pt modelId="{35AA85EC-C16E-49C2-A78D-24A2D92E7F46}" type="pres">
      <dgm:prSet presAssocID="{9325D337-FF56-4CDB-AAA0-11DB4C77E472}" presName="parentLeftMargin" presStyleLbl="node1" presStyleIdx="0" presStyleCnt="2"/>
      <dgm:spPr/>
    </dgm:pt>
    <dgm:pt modelId="{13B6BFB5-91FD-4DA1-AEB1-64F6C9BC99C7}" type="pres">
      <dgm:prSet presAssocID="{9325D337-FF56-4CDB-AAA0-11DB4C77E47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FD31EF1-0FF4-4506-9FD4-0650EB825DF1}" type="pres">
      <dgm:prSet presAssocID="{9325D337-FF56-4CDB-AAA0-11DB4C77E472}" presName="negativeSpace" presStyleCnt="0"/>
      <dgm:spPr/>
    </dgm:pt>
    <dgm:pt modelId="{4EB7CB40-A11A-46AF-9A4F-7242C99EF135}" type="pres">
      <dgm:prSet presAssocID="{9325D337-FF56-4CDB-AAA0-11DB4C77E472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CE68C09-1DC3-491E-8C96-999DFD564F83}" type="presOf" srcId="{2912DE60-CEBC-4AE3-B6FF-37A7870A44DF}" destId="{C32B0242-A19F-407C-8A61-69A7D5AAFB9E}" srcOrd="0" destOrd="0" presId="urn:microsoft.com/office/officeart/2005/8/layout/list1"/>
    <dgm:cxn modelId="{8962D609-41D0-4984-96C8-CB4A935BA341}" type="presOf" srcId="{9325D337-FF56-4CDB-AAA0-11DB4C77E472}" destId="{35AA85EC-C16E-49C2-A78D-24A2D92E7F46}" srcOrd="0" destOrd="0" presId="urn:microsoft.com/office/officeart/2005/8/layout/list1"/>
    <dgm:cxn modelId="{F2E08E34-F751-4522-B1F2-84EBF1CDD116}" type="presOf" srcId="{FC515FF6-26F6-4641-AE27-5CE1F71C3C43}" destId="{35006B7A-83DC-473C-BEB7-2AE633005BD1}" srcOrd="0" destOrd="0" presId="urn:microsoft.com/office/officeart/2005/8/layout/list1"/>
    <dgm:cxn modelId="{117B6740-CE8C-4FC5-97AD-87E72E0B29FD}" type="presOf" srcId="{9325D337-FF56-4CDB-AAA0-11DB4C77E472}" destId="{13B6BFB5-91FD-4DA1-AEB1-64F6C9BC99C7}" srcOrd="1" destOrd="0" presId="urn:microsoft.com/office/officeart/2005/8/layout/list1"/>
    <dgm:cxn modelId="{55FADD43-F445-49E6-A576-E5D06DB353E2}" type="presOf" srcId="{FC515FF6-26F6-4641-AE27-5CE1F71C3C43}" destId="{E958BBF8-7D27-4D46-A828-4DC275069E4B}" srcOrd="1" destOrd="0" presId="urn:microsoft.com/office/officeart/2005/8/layout/list1"/>
    <dgm:cxn modelId="{6E002BD0-119F-4F42-BDB4-B635BC1B25ED}" srcId="{2912DE60-CEBC-4AE3-B6FF-37A7870A44DF}" destId="{9325D337-FF56-4CDB-AAA0-11DB4C77E472}" srcOrd="1" destOrd="0" parTransId="{22281A36-7358-41A5-A754-1899736C8145}" sibTransId="{1EFE8F4B-5F63-4AF0-931C-59AA24AF4A50}"/>
    <dgm:cxn modelId="{CA1F91E3-7A93-4C30-A020-7A90AAC56D3E}" srcId="{2912DE60-CEBC-4AE3-B6FF-37A7870A44DF}" destId="{FC515FF6-26F6-4641-AE27-5CE1F71C3C43}" srcOrd="0" destOrd="0" parTransId="{D7080BEF-B18B-4802-A9D5-D5D83A6A140A}" sibTransId="{D7471190-5365-4B26-99EB-B60209DC533C}"/>
    <dgm:cxn modelId="{1B7E896A-6EF2-4B91-9E16-0BB06CA77E0D}" type="presParOf" srcId="{C32B0242-A19F-407C-8A61-69A7D5AAFB9E}" destId="{4FE139D7-BA19-43B2-A34F-057E05B3E7BE}" srcOrd="0" destOrd="0" presId="urn:microsoft.com/office/officeart/2005/8/layout/list1"/>
    <dgm:cxn modelId="{C792451E-7D7A-4B16-965A-89DEBEBF7177}" type="presParOf" srcId="{4FE139D7-BA19-43B2-A34F-057E05B3E7BE}" destId="{35006B7A-83DC-473C-BEB7-2AE633005BD1}" srcOrd="0" destOrd="0" presId="urn:microsoft.com/office/officeart/2005/8/layout/list1"/>
    <dgm:cxn modelId="{F4938068-0C9C-407C-9F72-7835D018F8B1}" type="presParOf" srcId="{4FE139D7-BA19-43B2-A34F-057E05B3E7BE}" destId="{E958BBF8-7D27-4D46-A828-4DC275069E4B}" srcOrd="1" destOrd="0" presId="urn:microsoft.com/office/officeart/2005/8/layout/list1"/>
    <dgm:cxn modelId="{6169350A-411D-4D27-9661-C69B1ACA0D85}" type="presParOf" srcId="{C32B0242-A19F-407C-8A61-69A7D5AAFB9E}" destId="{9A61426E-C993-4B45-9C38-6A825C062C80}" srcOrd="1" destOrd="0" presId="urn:microsoft.com/office/officeart/2005/8/layout/list1"/>
    <dgm:cxn modelId="{8656C3B9-5AD3-44F5-B3F9-DC691573B541}" type="presParOf" srcId="{C32B0242-A19F-407C-8A61-69A7D5AAFB9E}" destId="{CE6DBAF6-1420-4785-B291-51B1768C0A6C}" srcOrd="2" destOrd="0" presId="urn:microsoft.com/office/officeart/2005/8/layout/list1"/>
    <dgm:cxn modelId="{88E91DFA-C786-43B5-AF06-83DD176AD4A9}" type="presParOf" srcId="{C32B0242-A19F-407C-8A61-69A7D5AAFB9E}" destId="{66CD606B-7AA9-4E25-B0A4-70C900E7E2C5}" srcOrd="3" destOrd="0" presId="urn:microsoft.com/office/officeart/2005/8/layout/list1"/>
    <dgm:cxn modelId="{0BB46A9D-9673-4198-BDB9-33BC06885D6B}" type="presParOf" srcId="{C32B0242-A19F-407C-8A61-69A7D5AAFB9E}" destId="{E7BE1F91-C323-4781-8DE0-6C0CD10A11D8}" srcOrd="4" destOrd="0" presId="urn:microsoft.com/office/officeart/2005/8/layout/list1"/>
    <dgm:cxn modelId="{968B1E7D-0BCC-440A-9DF8-55872F742D55}" type="presParOf" srcId="{E7BE1F91-C323-4781-8DE0-6C0CD10A11D8}" destId="{35AA85EC-C16E-49C2-A78D-24A2D92E7F46}" srcOrd="0" destOrd="0" presId="urn:microsoft.com/office/officeart/2005/8/layout/list1"/>
    <dgm:cxn modelId="{F4AA39E5-9763-4E28-B089-5B2B03DA7CB6}" type="presParOf" srcId="{E7BE1F91-C323-4781-8DE0-6C0CD10A11D8}" destId="{13B6BFB5-91FD-4DA1-AEB1-64F6C9BC99C7}" srcOrd="1" destOrd="0" presId="urn:microsoft.com/office/officeart/2005/8/layout/list1"/>
    <dgm:cxn modelId="{5F740869-B1F2-4266-AFDC-17770AE4A143}" type="presParOf" srcId="{C32B0242-A19F-407C-8A61-69A7D5AAFB9E}" destId="{6FD31EF1-0FF4-4506-9FD4-0650EB825DF1}" srcOrd="5" destOrd="0" presId="urn:microsoft.com/office/officeart/2005/8/layout/list1"/>
    <dgm:cxn modelId="{39AF6BEC-2049-49B7-89FC-392C6145CC3E}" type="presParOf" srcId="{C32B0242-A19F-407C-8A61-69A7D5AAFB9E}" destId="{4EB7CB40-A11A-46AF-9A4F-7242C99EF13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6DBAF6-1420-4785-B291-51B1768C0A6C}">
      <dsp:nvSpPr>
        <dsp:cNvPr id="0" name=""/>
        <dsp:cNvSpPr/>
      </dsp:nvSpPr>
      <dsp:spPr>
        <a:xfrm>
          <a:off x="0" y="2210070"/>
          <a:ext cx="690051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58BBF8-7D27-4D46-A828-4DC275069E4B}">
      <dsp:nvSpPr>
        <dsp:cNvPr id="0" name=""/>
        <dsp:cNvSpPr/>
      </dsp:nvSpPr>
      <dsp:spPr>
        <a:xfrm>
          <a:off x="345025" y="1914870"/>
          <a:ext cx="4830358" cy="590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/>
            <a:t>Plan and design Customer Database</a:t>
          </a:r>
        </a:p>
      </dsp:txBody>
      <dsp:txXfrm>
        <a:off x="373846" y="1943691"/>
        <a:ext cx="4772716" cy="532758"/>
      </dsp:txXfrm>
    </dsp:sp>
    <dsp:sp modelId="{4EB7CB40-A11A-46AF-9A4F-7242C99EF135}">
      <dsp:nvSpPr>
        <dsp:cNvPr id="0" name=""/>
        <dsp:cNvSpPr/>
      </dsp:nvSpPr>
      <dsp:spPr>
        <a:xfrm>
          <a:off x="0" y="3117270"/>
          <a:ext cx="690051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B6BFB5-91FD-4DA1-AEB1-64F6C9BC99C7}">
      <dsp:nvSpPr>
        <dsp:cNvPr id="0" name=""/>
        <dsp:cNvSpPr/>
      </dsp:nvSpPr>
      <dsp:spPr>
        <a:xfrm>
          <a:off x="345025" y="2822070"/>
          <a:ext cx="4830358" cy="59040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/>
            <a:t>Create Tables in </a:t>
          </a:r>
          <a:r>
            <a:rPr lang="en-US" sz="2000" kern="1200" dirty="0" err="1"/>
            <a:t>ms</a:t>
          </a:r>
          <a:r>
            <a:rPr lang="en-US" sz="2000" kern="1200" dirty="0"/>
            <a:t> access</a:t>
          </a:r>
        </a:p>
      </dsp:txBody>
      <dsp:txXfrm>
        <a:off x="373846" y="2850891"/>
        <a:ext cx="4772716" cy="532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4BF7D-4A5E-3C65-9880-2272F24DF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3802B-2E7C-DB11-0A05-929F859A8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06454-EB9C-CB92-09D2-02D9A8D10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C766B-01E6-4CAC-A788-92EF78B77BA9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D3DED-8A29-3EF2-AA32-0B234AC52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7A378-5D54-D446-E61B-589A27F2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07067-8837-457D-8903-D07699587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57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66B04-6250-AF07-7BFE-D359FFB9F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228E2-D229-8EC9-CF20-7FBE7BA87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516FC-AA7F-EB85-6C21-3F38728DA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C766B-01E6-4CAC-A788-92EF78B77BA9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1643A-1FC5-593B-7215-AB3EDDD7D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225D2-F684-7B89-43FE-8ADCA7764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07067-8837-457D-8903-D07699587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19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6648A-EB33-F35B-B178-EDDDCEA5C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39111-9BA9-0EE9-33D3-33D809C50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37161-2BCD-40B9-416D-909920B32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C766B-01E6-4CAC-A788-92EF78B77BA9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9F985-15F5-0340-17FD-CE9FD8EB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2F37C-07AF-95EE-5D92-846A65420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07067-8837-457D-8903-D07699587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94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CF4BC-A93C-129F-0CE6-F64A6F6C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74170-8C5A-3575-2A0D-09D365DA14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BF56-710F-F969-F470-FE2D4C171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577C0-A9A4-14F1-F24A-14B6BDD04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C766B-01E6-4CAC-A788-92EF78B77BA9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D172-E625-8D75-3A34-7ADED7B0F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20BBE-9BA6-37BE-4830-C178EAF44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07067-8837-457D-8903-D07699587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73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A0B89-714E-5330-6ECD-EA2B9F6B9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F552E-45D6-2CD4-7F52-B81EC4AFA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24DBF-90FF-B06F-651F-CF0538155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BF27B-C7B2-9C60-C0AF-9C5C1BAF1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820FBC-7EEC-C708-7D4B-A27BDD9E3D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5AF135-059B-4362-96E3-FEE04A968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C766B-01E6-4CAC-A788-92EF78B77BA9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3644D4-3576-C6A0-CD4F-E79DEA8ED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523E37-BBA5-17B3-88ED-E69F4F054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07067-8837-457D-8903-D07699587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0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3B3EF-88B1-B7BB-8580-AD366D956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D6E57A-9DB6-AD33-2BAF-B3082B859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C766B-01E6-4CAC-A788-92EF78B77BA9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258B9-7A6E-E9EE-3612-681AD3114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9EB33-7B4F-9AEA-4BE0-6D6FA796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07067-8837-457D-8903-D07699587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08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885693-3702-1AC8-F79C-E513C83A6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C766B-01E6-4CAC-A788-92EF78B77BA9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BDDB79-D929-A7F3-1ADE-C5CF148D7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819C2-4C49-4655-FFC3-4656B28E8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07067-8837-457D-8903-D07699587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81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8FF23-C3B2-D3BF-5981-6F352535C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680E-13CD-BE50-BA83-9D787E233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D5553-84DF-FC14-AD1C-468A21955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FAAD4-5323-F282-9C9B-6E86EE5BA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C766B-01E6-4CAC-A788-92EF78B77BA9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04FC6-FCF6-738B-7F3E-712488C1F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2846B-44FB-1B92-844C-5B8F17852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07067-8837-457D-8903-D07699587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583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F08E-7DB5-D587-2687-F9F73A0A4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BD8582-7551-FDE3-709E-3D8BCE6A84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F83704-E050-FFA2-BD5F-91F6F22CD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1B85E0-D044-DAD7-1C6A-22546F240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C766B-01E6-4CAC-A788-92EF78B77BA9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52F0F-E280-DC0B-9856-A1010745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CA258-93F3-5345-2B32-81E1337D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07067-8837-457D-8903-D07699587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636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DF1A1-082A-B5FB-C70D-22E92156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32E87B-DECA-211E-EF4B-6336EDFA2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60BA4-1889-D364-7163-D165F2ABE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C766B-01E6-4CAC-A788-92EF78B77BA9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9B136-0EF3-0B21-CB55-B31303925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F8711-A7BC-DB2E-D0B5-01E535364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07067-8837-457D-8903-D07699587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181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AB2C69-6C4A-2FA8-0D61-9D43AF529D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C6076-A24D-F03A-5D70-A48FB20D0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4660C-52AB-8F5A-1E77-42FFA34B8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C766B-01E6-4CAC-A788-92EF78B77BA9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40A79-1564-D17A-40AA-0AB47F41C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3D93A-312C-B256-F0DF-0019BDC10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07067-8837-457D-8903-D07699587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708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5000" r="-6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90D7CA-90ED-8854-06D2-1E7B78178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DFBB3-3B78-776B-F74C-57334491F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FEA9C-417E-B740-E1B9-C40606FD8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BC766B-01E6-4CAC-A788-92EF78B77BA9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E4105-4DAB-1DA2-303A-C546E3DB69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E2543-B58C-2380-9F0C-D9B6EBF8E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07067-8837-457D-8903-D07699587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4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D88DB7DF-82A5-8638-8A8A-1B1AB586636C}"/>
              </a:ext>
            </a:extLst>
          </p:cNvPr>
          <p:cNvSpPr txBox="1"/>
          <p:nvPr/>
        </p:nvSpPr>
        <p:spPr>
          <a:xfrm>
            <a:off x="1" y="924389"/>
            <a:ext cx="2572870" cy="827791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Database Fundamentals</a:t>
            </a:r>
            <a:r>
              <a:rPr lang="en-US" sz="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Microsoft Access</a:t>
            </a:r>
            <a:r>
              <a:rPr lang="en-US" sz="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 Beginners</a:t>
            </a:r>
            <a:endParaRPr lang="en-US" sz="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793F85E-60D9-7CC9-400C-BC0E8819711F}"/>
              </a:ext>
            </a:extLst>
          </p:cNvPr>
          <p:cNvGrpSpPr/>
          <p:nvPr/>
        </p:nvGrpSpPr>
        <p:grpSpPr>
          <a:xfrm>
            <a:off x="594473" y="117703"/>
            <a:ext cx="1593831" cy="727012"/>
            <a:chOff x="0" y="64385"/>
            <a:chExt cx="4030470" cy="1918335"/>
          </a:xfrm>
        </p:grpSpPr>
        <p:pic>
          <p:nvPicPr>
            <p:cNvPr id="4" name="Picture 3" descr="Microsoft Access - Wikipedia">
              <a:extLst>
                <a:ext uri="{FF2B5EF4-FFF2-40B4-BE49-F238E27FC236}">
                  <a16:creationId xmlns:a16="http://schemas.microsoft.com/office/drawing/2014/main" id="{D360C89A-C0B7-C0A4-1469-9B9A4AA4B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4394"/>
              <a:ext cx="1905635" cy="186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Picture 4" descr="Database | Bruker">
              <a:extLst>
                <a:ext uri="{FF2B5EF4-FFF2-40B4-BE49-F238E27FC236}">
                  <a16:creationId xmlns:a16="http://schemas.microsoft.com/office/drawing/2014/main" id="{0CEDD230-A06B-646A-510A-E0B8C6454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2135" y="64385"/>
              <a:ext cx="1918335" cy="19183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ABB2C33-E227-EBE0-B24C-4CC6A38B7490}"/>
              </a:ext>
            </a:extLst>
          </p:cNvPr>
          <p:cNvGrpSpPr/>
          <p:nvPr/>
        </p:nvGrpSpPr>
        <p:grpSpPr>
          <a:xfrm>
            <a:off x="301077" y="4573374"/>
            <a:ext cx="11372492" cy="2133600"/>
            <a:chOff x="247288" y="4528551"/>
            <a:chExt cx="11372492" cy="21336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4F3A574-E4E3-AC65-97AE-AD628225D042}"/>
                </a:ext>
              </a:extLst>
            </p:cNvPr>
            <p:cNvSpPr/>
            <p:nvPr/>
          </p:nvSpPr>
          <p:spPr>
            <a:xfrm>
              <a:off x="552087" y="4528551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Picture 7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3531FB66-61BD-6148-751E-19AA40293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3763" y="5494997"/>
              <a:ext cx="2084032" cy="71554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FD24E-8667-F824-39A9-3F246A57B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80513" y="5363627"/>
              <a:ext cx="1484300" cy="978289"/>
            </a:xfrm>
            <a:prstGeom prst="rect">
              <a:avLst/>
            </a:prstGeom>
          </p:spPr>
        </p:pic>
        <p:pic>
          <p:nvPicPr>
            <p:cNvPr id="10" name="Picture 9" descr="Logo, icon&#10;&#10;Description automatically generated">
              <a:extLst>
                <a:ext uri="{FF2B5EF4-FFF2-40B4-BE49-F238E27FC236}">
                  <a16:creationId xmlns:a16="http://schemas.microsoft.com/office/drawing/2014/main" id="{8A7861E1-CAF9-1E03-E5AA-F5627BE1D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187" y="5700877"/>
              <a:ext cx="420827" cy="365694"/>
            </a:xfrm>
            <a:prstGeom prst="rect">
              <a:avLst/>
            </a:prstGeom>
          </p:spPr>
        </p:pic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E66E2FA0-F7E1-2270-2937-4DA909CB7AD5}"/>
                </a:ext>
              </a:extLst>
            </p:cNvPr>
            <p:cNvSpPr txBox="1">
              <a:spLocks/>
            </p:cNvSpPr>
            <p:nvPr/>
          </p:nvSpPr>
          <p:spPr>
            <a:xfrm>
              <a:off x="247288" y="4680951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  <p:sp>
        <p:nvSpPr>
          <p:cNvPr id="12" name="Text Box 1">
            <a:extLst>
              <a:ext uri="{FF2B5EF4-FFF2-40B4-BE49-F238E27FC236}">
                <a16:creationId xmlns:a16="http://schemas.microsoft.com/office/drawing/2014/main" id="{9FF8A57A-136B-305E-D927-6C3603E07967}"/>
              </a:ext>
            </a:extLst>
          </p:cNvPr>
          <p:cNvSpPr txBox="1"/>
          <p:nvPr/>
        </p:nvSpPr>
        <p:spPr>
          <a:xfrm>
            <a:off x="0" y="2365063"/>
            <a:ext cx="12192000" cy="936667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0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5400" dirty="0"/>
              <a:t>5 Tables in MS Access</a:t>
            </a:r>
            <a:endParaRPr lang="en-US" sz="5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46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325B717-980E-E25B-0575-C6425438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Contents</a:t>
            </a:r>
          </a:p>
        </p:txBody>
      </p:sp>
      <p:sp>
        <p:nvSpPr>
          <p:cNvPr id="45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Content Placeholder 6">
            <a:extLst>
              <a:ext uri="{FF2B5EF4-FFF2-40B4-BE49-F238E27FC236}">
                <a16:creationId xmlns:a16="http://schemas.microsoft.com/office/drawing/2014/main" id="{E9493381-AA57-E689-E34D-8B42F26D1B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108721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708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4752E-E3AC-8DE3-79BD-30334396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6 : Create ERD for Customer 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7695B-A702-8E0A-BF6C-013A82443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need to collect data about: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Customer</a:t>
            </a:r>
            <a:r>
              <a:rPr lang="en-U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ID, Name, Address (address1, Address2, City, State, Zip) , Phone ,Email, Active State.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Employee</a:t>
            </a:r>
            <a:r>
              <a:rPr lang="en-U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ID, Name (First, Last), Extension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Category</a:t>
            </a:r>
            <a:r>
              <a:rPr lang="en-U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ID, Name.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Product</a:t>
            </a:r>
            <a:r>
              <a:rPr lang="en-U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ID, Name, Price, Manual 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Order</a:t>
            </a:r>
            <a:r>
              <a:rPr lang="en-U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ID, Order Date, Ship Date, Quantity of Each Product.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456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AED0C-255A-7326-8A96-50770613A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Rules: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3E91A-E6A0-9127-5C9A-01B7881E2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Each order is for one customer.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customer may have many orders.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 Employee can serve many customers.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customer is served by one employee.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Products are classified into categories.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218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D3400A-626D-7803-2BE9-2E8C514DDC4F}"/>
              </a:ext>
            </a:extLst>
          </p:cNvPr>
          <p:cNvSpPr/>
          <p:nvPr/>
        </p:nvSpPr>
        <p:spPr>
          <a:xfrm>
            <a:off x="7730837" y="4440382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Customer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E9E795-3CB8-3306-FA3C-38329E626977}"/>
              </a:ext>
            </a:extLst>
          </p:cNvPr>
          <p:cNvSpPr/>
          <p:nvPr/>
        </p:nvSpPr>
        <p:spPr>
          <a:xfrm>
            <a:off x="332509" y="686118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Category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BE723F-0356-FBE5-AA30-2299B4E0DC95}"/>
              </a:ext>
            </a:extLst>
          </p:cNvPr>
          <p:cNvSpPr/>
          <p:nvPr/>
        </p:nvSpPr>
        <p:spPr>
          <a:xfrm>
            <a:off x="2161309" y="3800302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Product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9549CE-CA8D-19C8-50B4-202484547F25}"/>
              </a:ext>
            </a:extLst>
          </p:cNvPr>
          <p:cNvSpPr/>
          <p:nvPr/>
        </p:nvSpPr>
        <p:spPr>
          <a:xfrm>
            <a:off x="4475018" y="2149531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48FEE1-A601-1D74-3EA9-CECEECB922AB}"/>
              </a:ext>
            </a:extLst>
          </p:cNvPr>
          <p:cNvSpPr/>
          <p:nvPr/>
        </p:nvSpPr>
        <p:spPr>
          <a:xfrm>
            <a:off x="10099963" y="1326198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Employee</a:t>
            </a:r>
          </a:p>
        </p:txBody>
      </p:sp>
    </p:spTree>
    <p:extLst>
      <p:ext uri="{BB962C8B-B14F-4D97-AF65-F5344CB8AC3E}">
        <p14:creationId xmlns:p14="http://schemas.microsoft.com/office/powerpoint/2010/main" val="1029747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E9E795-3CB8-3306-FA3C-38329E626977}"/>
              </a:ext>
            </a:extLst>
          </p:cNvPr>
          <p:cNvSpPr/>
          <p:nvPr/>
        </p:nvSpPr>
        <p:spPr>
          <a:xfrm>
            <a:off x="332509" y="686118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Category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BE723F-0356-FBE5-AA30-2299B4E0DC95}"/>
              </a:ext>
            </a:extLst>
          </p:cNvPr>
          <p:cNvSpPr/>
          <p:nvPr/>
        </p:nvSpPr>
        <p:spPr>
          <a:xfrm>
            <a:off x="2161309" y="3800302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Product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D3400A-626D-7803-2BE9-2E8C514DDC4F}"/>
              </a:ext>
            </a:extLst>
          </p:cNvPr>
          <p:cNvSpPr/>
          <p:nvPr/>
        </p:nvSpPr>
        <p:spPr>
          <a:xfrm>
            <a:off x="5809957" y="4065563"/>
            <a:ext cx="3749680" cy="1014899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Customer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9549CE-CA8D-19C8-50B4-202484547F25}"/>
              </a:ext>
            </a:extLst>
          </p:cNvPr>
          <p:cNvSpPr/>
          <p:nvPr/>
        </p:nvSpPr>
        <p:spPr>
          <a:xfrm>
            <a:off x="4475018" y="2149531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48FEE1-A601-1D74-3EA9-CECEECB922AB}"/>
              </a:ext>
            </a:extLst>
          </p:cNvPr>
          <p:cNvSpPr/>
          <p:nvPr/>
        </p:nvSpPr>
        <p:spPr>
          <a:xfrm>
            <a:off x="10099963" y="1326198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Employee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27E2308-942E-A6EA-D54E-AC62AA68BF25}"/>
              </a:ext>
            </a:extLst>
          </p:cNvPr>
          <p:cNvGrpSpPr/>
          <p:nvPr/>
        </p:nvGrpSpPr>
        <p:grpSpPr>
          <a:xfrm>
            <a:off x="-95528" y="195534"/>
            <a:ext cx="12025744" cy="4656407"/>
            <a:chOff x="166255" y="253218"/>
            <a:chExt cx="12025744" cy="4656407"/>
          </a:xfrm>
        </p:grpSpPr>
        <p:pic>
          <p:nvPicPr>
            <p:cNvPr id="3" name="Picture 2" descr="A picture containing white, design&#10;&#10;Description automatically generated">
              <a:extLst>
                <a:ext uri="{FF2B5EF4-FFF2-40B4-BE49-F238E27FC236}">
                  <a16:creationId xmlns:a16="http://schemas.microsoft.com/office/drawing/2014/main" id="{05D841F8-445D-4FBE-6913-7D7B52A6E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7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508" y="253218"/>
              <a:ext cx="11859491" cy="2856839"/>
            </a:xfrm>
            <a:prstGeom prst="rect">
              <a:avLst/>
            </a:prstGeom>
          </p:spPr>
        </p:pic>
        <p:pic>
          <p:nvPicPr>
            <p:cNvPr id="9" name="Picture 8" descr="A picture containing white, design&#10;&#10;Description automatically generated">
              <a:extLst>
                <a:ext uri="{FF2B5EF4-FFF2-40B4-BE49-F238E27FC236}">
                  <a16:creationId xmlns:a16="http://schemas.microsoft.com/office/drawing/2014/main" id="{01E3DB05-75AF-68A7-3EF7-8A8E61972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7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255" y="3110057"/>
              <a:ext cx="5249808" cy="1799568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9C774DC-CA2F-CC69-75E2-BF3EE8BD266F}"/>
              </a:ext>
            </a:extLst>
          </p:cNvPr>
          <p:cNvGrpSpPr/>
          <p:nvPr/>
        </p:nvGrpSpPr>
        <p:grpSpPr>
          <a:xfrm>
            <a:off x="4475018" y="2149531"/>
            <a:ext cx="1620982" cy="1916032"/>
            <a:chOff x="4475018" y="2149531"/>
            <a:chExt cx="1620982" cy="1916032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C5C7EB4-A5B6-A325-BE45-7D46DD3AA68A}"/>
                </a:ext>
              </a:extLst>
            </p:cNvPr>
            <p:cNvCxnSpPr/>
            <p:nvPr/>
          </p:nvCxnSpPr>
          <p:spPr>
            <a:xfrm flipH="1" flipV="1">
              <a:off x="5205046" y="2897945"/>
              <a:ext cx="890954" cy="1167618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72C8067-1FDC-E357-97F5-0696F16448DE}"/>
                </a:ext>
              </a:extLst>
            </p:cNvPr>
            <p:cNvSpPr/>
            <p:nvPr/>
          </p:nvSpPr>
          <p:spPr>
            <a:xfrm>
              <a:off x="4475018" y="2149531"/>
              <a:ext cx="1334939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u="sng" dirty="0">
                  <a:solidFill>
                    <a:srgbClr val="ED7D31"/>
                  </a:solidFill>
                </a:rPr>
                <a:t>ID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4F8E570-D605-13D1-6B3C-E9C1674DB061}"/>
              </a:ext>
            </a:extLst>
          </p:cNvPr>
          <p:cNvGrpSpPr/>
          <p:nvPr/>
        </p:nvGrpSpPr>
        <p:grpSpPr>
          <a:xfrm>
            <a:off x="5839243" y="2118601"/>
            <a:ext cx="1334939" cy="1946962"/>
            <a:chOff x="3669410" y="2085056"/>
            <a:chExt cx="1412482" cy="229290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F8B3E5D-CFAD-B3DA-A944-2531870306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07158" y="2875292"/>
              <a:ext cx="206357" cy="1502665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F4B94AE-D120-9658-15FF-D4BE8FFA78CE}"/>
                </a:ext>
              </a:extLst>
            </p:cNvPr>
            <p:cNvSpPr/>
            <p:nvPr/>
          </p:nvSpPr>
          <p:spPr>
            <a:xfrm>
              <a:off x="3669410" y="2085056"/>
              <a:ext cx="1412482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ED7D31"/>
                  </a:solidFill>
                </a:rPr>
                <a:t>Name</a:t>
              </a:r>
              <a:endParaRPr lang="en-US" sz="2800" dirty="0">
                <a:solidFill>
                  <a:srgbClr val="ED7D3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12F0F67-C2D6-84C8-B4EF-604895AC5386}"/>
              </a:ext>
            </a:extLst>
          </p:cNvPr>
          <p:cNvGrpSpPr/>
          <p:nvPr/>
        </p:nvGrpSpPr>
        <p:grpSpPr>
          <a:xfrm>
            <a:off x="7269970" y="2062879"/>
            <a:ext cx="1789625" cy="2002684"/>
            <a:chOff x="3669410" y="2085056"/>
            <a:chExt cx="1893579" cy="235852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E51861-0B69-CA4C-14C8-21F89094B74B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4108334" y="2875292"/>
              <a:ext cx="398824" cy="1568288"/>
            </a:xfrm>
            <a:prstGeom prst="line">
              <a:avLst/>
            </a:prstGeom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EE00696-7E4D-F6C1-C3E7-F108A45BD153}"/>
                </a:ext>
              </a:extLst>
            </p:cNvPr>
            <p:cNvSpPr/>
            <p:nvPr/>
          </p:nvSpPr>
          <p:spPr>
            <a:xfrm>
              <a:off x="3669410" y="2085056"/>
              <a:ext cx="1893579" cy="748414"/>
            </a:xfrm>
            <a:prstGeom prst="ellips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385723"/>
                  </a:solidFill>
                </a:rPr>
                <a:t>Address</a:t>
              </a:r>
              <a:endParaRPr lang="en-US" sz="2800" dirty="0">
                <a:solidFill>
                  <a:srgbClr val="38572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1B54E-BBFD-5466-4FE7-F779BB81F58F}"/>
              </a:ext>
            </a:extLst>
          </p:cNvPr>
          <p:cNvGrpSpPr/>
          <p:nvPr/>
        </p:nvGrpSpPr>
        <p:grpSpPr>
          <a:xfrm>
            <a:off x="6170239" y="928387"/>
            <a:ext cx="1789625" cy="1220924"/>
            <a:chOff x="3270471" y="2140126"/>
            <a:chExt cx="1893578" cy="143785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70112E3-5055-C3D5-B724-14C54B05C7D0}"/>
                </a:ext>
              </a:extLst>
            </p:cNvPr>
            <p:cNvCxnSpPr>
              <a:cxnSpLocks/>
              <a:endCxn id="27" idx="4"/>
            </p:cNvCxnSpPr>
            <p:nvPr/>
          </p:nvCxnSpPr>
          <p:spPr>
            <a:xfrm flipH="1" flipV="1">
              <a:off x="4217261" y="2884641"/>
              <a:ext cx="493626" cy="693344"/>
            </a:xfrm>
            <a:prstGeom prst="line">
              <a:avLst/>
            </a:prstGeom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83FE5E7-EC35-0F4A-26CC-B97A5B3A8735}"/>
                </a:ext>
              </a:extLst>
            </p:cNvPr>
            <p:cNvSpPr/>
            <p:nvPr/>
          </p:nvSpPr>
          <p:spPr>
            <a:xfrm>
              <a:off x="3270471" y="2140126"/>
              <a:ext cx="1893578" cy="744515"/>
            </a:xfrm>
            <a:prstGeom prst="ellips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385723"/>
                  </a:solidFill>
                </a:rPr>
                <a:t>Address1</a:t>
              </a:r>
              <a:endParaRPr lang="en-US" sz="2400" dirty="0">
                <a:solidFill>
                  <a:srgbClr val="385723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8A14DCB-31AB-9916-BE25-E98BAB8F0E6D}"/>
              </a:ext>
            </a:extLst>
          </p:cNvPr>
          <p:cNvGrpSpPr/>
          <p:nvPr/>
        </p:nvGrpSpPr>
        <p:grpSpPr>
          <a:xfrm>
            <a:off x="7329538" y="177805"/>
            <a:ext cx="1730057" cy="1902804"/>
            <a:chOff x="3270471" y="2140126"/>
            <a:chExt cx="1830550" cy="224089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4D06CDB-EE82-5E2B-F5E3-2B33E0E792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7257" y="2937726"/>
              <a:ext cx="234349" cy="1443297"/>
            </a:xfrm>
            <a:prstGeom prst="line">
              <a:avLst/>
            </a:prstGeom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A69397-AFF1-AD82-769D-92293EEB51D4}"/>
                </a:ext>
              </a:extLst>
            </p:cNvPr>
            <p:cNvSpPr/>
            <p:nvPr/>
          </p:nvSpPr>
          <p:spPr>
            <a:xfrm>
              <a:off x="3270471" y="2140126"/>
              <a:ext cx="1830550" cy="744515"/>
            </a:xfrm>
            <a:prstGeom prst="ellips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385723"/>
                  </a:solidFill>
                </a:rPr>
                <a:t>Address2</a:t>
              </a:r>
              <a:endParaRPr lang="en-US" sz="2400" dirty="0">
                <a:solidFill>
                  <a:srgbClr val="385723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F9505D6-0820-9B7E-BEEB-31D8A439A126}"/>
              </a:ext>
            </a:extLst>
          </p:cNvPr>
          <p:cNvGrpSpPr/>
          <p:nvPr/>
        </p:nvGrpSpPr>
        <p:grpSpPr>
          <a:xfrm>
            <a:off x="8096143" y="814255"/>
            <a:ext cx="1070571" cy="1258346"/>
            <a:chOff x="3270471" y="2140126"/>
            <a:chExt cx="1132757" cy="1481930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925DFF1-6B8A-F6FF-4B5E-5F90225034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0471" y="2874117"/>
              <a:ext cx="434149" cy="747939"/>
            </a:xfrm>
            <a:prstGeom prst="line">
              <a:avLst/>
            </a:prstGeom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6AED86B-56EA-A0C2-1986-0C66042BF11F}"/>
                </a:ext>
              </a:extLst>
            </p:cNvPr>
            <p:cNvSpPr/>
            <p:nvPr/>
          </p:nvSpPr>
          <p:spPr>
            <a:xfrm>
              <a:off x="3270471" y="2140126"/>
              <a:ext cx="1132757" cy="744515"/>
            </a:xfrm>
            <a:prstGeom prst="ellips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385723"/>
                  </a:solidFill>
                </a:rPr>
                <a:t>City</a:t>
              </a:r>
              <a:endParaRPr lang="en-US" sz="2400" dirty="0">
                <a:solidFill>
                  <a:srgbClr val="385723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C6E0CCC-5BCA-2202-E934-6FEEAAE6F7F0}"/>
              </a:ext>
            </a:extLst>
          </p:cNvPr>
          <p:cNvGrpSpPr/>
          <p:nvPr/>
        </p:nvGrpSpPr>
        <p:grpSpPr>
          <a:xfrm>
            <a:off x="8672710" y="591108"/>
            <a:ext cx="1834103" cy="1527494"/>
            <a:chOff x="2727713" y="2140126"/>
            <a:chExt cx="1940639" cy="1677996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B9030B1-382E-D530-502C-0445A67507D2}"/>
                </a:ext>
              </a:extLst>
            </p:cNvPr>
            <p:cNvCxnSpPr>
              <a:cxnSpLocks/>
              <a:endCxn id="43" idx="3"/>
            </p:cNvCxnSpPr>
            <p:nvPr/>
          </p:nvCxnSpPr>
          <p:spPr>
            <a:xfrm flipV="1">
              <a:off x="2727713" y="2775610"/>
              <a:ext cx="747473" cy="1042512"/>
            </a:xfrm>
            <a:prstGeom prst="line">
              <a:avLst/>
            </a:prstGeom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1F76C6D-7CD3-AB2A-C9E6-DB9BB9D05D62}"/>
                </a:ext>
              </a:extLst>
            </p:cNvPr>
            <p:cNvSpPr/>
            <p:nvPr/>
          </p:nvSpPr>
          <p:spPr>
            <a:xfrm>
              <a:off x="3270472" y="2140126"/>
              <a:ext cx="1397880" cy="744515"/>
            </a:xfrm>
            <a:prstGeom prst="ellips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385723"/>
                  </a:solidFill>
                </a:rPr>
                <a:t>State</a:t>
              </a:r>
              <a:endParaRPr lang="en-US" sz="2400" dirty="0">
                <a:solidFill>
                  <a:srgbClr val="385723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E4C2ECE-2383-30D0-DD90-D14D45F216CD}"/>
              </a:ext>
            </a:extLst>
          </p:cNvPr>
          <p:cNvGrpSpPr/>
          <p:nvPr/>
        </p:nvGrpSpPr>
        <p:grpSpPr>
          <a:xfrm>
            <a:off x="8950136" y="1575617"/>
            <a:ext cx="1250592" cy="698829"/>
            <a:chOff x="3277114" y="2075525"/>
            <a:chExt cx="1323234" cy="822998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F737E32-AC28-9488-1D36-B352670292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7114" y="2636505"/>
              <a:ext cx="644906" cy="262018"/>
            </a:xfrm>
            <a:prstGeom prst="line">
              <a:avLst/>
            </a:prstGeom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FA6A4B9-BDB3-2B85-5A15-714CFD503C93}"/>
                </a:ext>
              </a:extLst>
            </p:cNvPr>
            <p:cNvSpPr/>
            <p:nvPr/>
          </p:nvSpPr>
          <p:spPr>
            <a:xfrm>
              <a:off x="3424177" y="2075525"/>
              <a:ext cx="1176171" cy="744515"/>
            </a:xfrm>
            <a:prstGeom prst="ellips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385723"/>
                  </a:solidFill>
                </a:rPr>
                <a:t>Zip</a:t>
              </a:r>
              <a:endParaRPr lang="en-US" sz="2400" dirty="0">
                <a:solidFill>
                  <a:srgbClr val="385723"/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C1EB7C8-BA64-6C6B-F533-15039E96E4F6}"/>
              </a:ext>
            </a:extLst>
          </p:cNvPr>
          <p:cNvGrpSpPr/>
          <p:nvPr/>
        </p:nvGrpSpPr>
        <p:grpSpPr>
          <a:xfrm>
            <a:off x="8164781" y="2308528"/>
            <a:ext cx="1996112" cy="1757035"/>
            <a:chOff x="2697867" y="2098424"/>
            <a:chExt cx="2112061" cy="2069228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D417B2B-AA9E-3A60-FAAB-5B2DC2007E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7867" y="2846838"/>
              <a:ext cx="1179093" cy="132081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5F16062B-15BE-5B93-930A-F7AB850DF07E}"/>
                </a:ext>
              </a:extLst>
            </p:cNvPr>
            <p:cNvSpPr/>
            <p:nvPr/>
          </p:nvSpPr>
          <p:spPr>
            <a:xfrm>
              <a:off x="3397446" y="2098424"/>
              <a:ext cx="1412482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ED7D31"/>
                  </a:solidFill>
                </a:rPr>
                <a:t>Email</a:t>
              </a:r>
              <a:endParaRPr lang="en-US" sz="2800" dirty="0">
                <a:solidFill>
                  <a:srgbClr val="ED7D31"/>
                </a:solidFill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BE5B4CC-09C5-9022-9EE3-2B8D8E087E59}"/>
              </a:ext>
            </a:extLst>
          </p:cNvPr>
          <p:cNvGrpSpPr/>
          <p:nvPr/>
        </p:nvGrpSpPr>
        <p:grpSpPr>
          <a:xfrm>
            <a:off x="8658885" y="3157299"/>
            <a:ext cx="1456756" cy="906701"/>
            <a:chOff x="3397446" y="2098424"/>
            <a:chExt cx="1685314" cy="1165603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E64B4CF-8889-1861-512D-808911B906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9260" y="2846839"/>
              <a:ext cx="287701" cy="417188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D2460C2-5FE7-D108-2B0E-CA2BB76486A9}"/>
                </a:ext>
              </a:extLst>
            </p:cNvPr>
            <p:cNvSpPr/>
            <p:nvPr/>
          </p:nvSpPr>
          <p:spPr>
            <a:xfrm>
              <a:off x="3397446" y="2098424"/>
              <a:ext cx="1685314" cy="748413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ED7D31"/>
                  </a:solidFill>
                </a:rPr>
                <a:t>Active</a:t>
              </a:r>
              <a:endParaRPr lang="en-US" sz="2800" dirty="0">
                <a:solidFill>
                  <a:srgbClr val="ED7D31"/>
                </a:solidFill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7C43F61-60E7-C411-E797-F5DFC99C0E8A}"/>
              </a:ext>
            </a:extLst>
          </p:cNvPr>
          <p:cNvGrpSpPr/>
          <p:nvPr/>
        </p:nvGrpSpPr>
        <p:grpSpPr>
          <a:xfrm>
            <a:off x="6630845" y="2826821"/>
            <a:ext cx="1465298" cy="1237179"/>
            <a:chOff x="3669410" y="2085056"/>
            <a:chExt cx="1550413" cy="1457003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3491D7A-194D-B303-0FE1-3F3A0F93F8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07158" y="2875292"/>
              <a:ext cx="57537" cy="666767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39157383-BCD5-DA84-1DFA-12837F184358}"/>
                </a:ext>
              </a:extLst>
            </p:cNvPr>
            <p:cNvSpPr/>
            <p:nvPr/>
          </p:nvSpPr>
          <p:spPr>
            <a:xfrm>
              <a:off x="3669410" y="2085056"/>
              <a:ext cx="1550413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ED7D31"/>
                  </a:solidFill>
                </a:rPr>
                <a:t>Phone</a:t>
              </a:r>
              <a:endParaRPr lang="en-US" sz="2800" dirty="0">
                <a:solidFill>
                  <a:srgbClr val="ED7D3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7547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E9E795-3CB8-3306-FA3C-38329E626977}"/>
              </a:ext>
            </a:extLst>
          </p:cNvPr>
          <p:cNvSpPr/>
          <p:nvPr/>
        </p:nvSpPr>
        <p:spPr>
          <a:xfrm>
            <a:off x="332509" y="686118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Category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BE723F-0356-FBE5-AA30-2299B4E0DC95}"/>
              </a:ext>
            </a:extLst>
          </p:cNvPr>
          <p:cNvSpPr/>
          <p:nvPr/>
        </p:nvSpPr>
        <p:spPr>
          <a:xfrm>
            <a:off x="2161309" y="3800302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Product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D3400A-626D-7803-2BE9-2E8C514DDC4F}"/>
              </a:ext>
            </a:extLst>
          </p:cNvPr>
          <p:cNvSpPr/>
          <p:nvPr/>
        </p:nvSpPr>
        <p:spPr>
          <a:xfrm>
            <a:off x="5809957" y="4065563"/>
            <a:ext cx="3749680" cy="1014899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Customer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9549CE-CA8D-19C8-50B4-202484547F25}"/>
              </a:ext>
            </a:extLst>
          </p:cNvPr>
          <p:cNvSpPr/>
          <p:nvPr/>
        </p:nvSpPr>
        <p:spPr>
          <a:xfrm>
            <a:off x="4475018" y="2149531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48FEE1-A601-1D74-3EA9-CECEECB922AB}"/>
              </a:ext>
            </a:extLst>
          </p:cNvPr>
          <p:cNvSpPr/>
          <p:nvPr/>
        </p:nvSpPr>
        <p:spPr>
          <a:xfrm>
            <a:off x="10099963" y="1326198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Employee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27E2308-942E-A6EA-D54E-AC62AA68BF25}"/>
              </a:ext>
            </a:extLst>
          </p:cNvPr>
          <p:cNvGrpSpPr/>
          <p:nvPr/>
        </p:nvGrpSpPr>
        <p:grpSpPr>
          <a:xfrm>
            <a:off x="-95528" y="195534"/>
            <a:ext cx="12025744" cy="4656407"/>
            <a:chOff x="166255" y="253218"/>
            <a:chExt cx="12025744" cy="4656407"/>
          </a:xfrm>
        </p:grpSpPr>
        <p:pic>
          <p:nvPicPr>
            <p:cNvPr id="3" name="Picture 2" descr="A picture containing white, design&#10;&#10;Description automatically generated">
              <a:extLst>
                <a:ext uri="{FF2B5EF4-FFF2-40B4-BE49-F238E27FC236}">
                  <a16:creationId xmlns:a16="http://schemas.microsoft.com/office/drawing/2014/main" id="{05D841F8-445D-4FBE-6913-7D7B52A6E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7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508" y="253218"/>
              <a:ext cx="11859491" cy="2856839"/>
            </a:xfrm>
            <a:prstGeom prst="rect">
              <a:avLst/>
            </a:prstGeom>
          </p:spPr>
        </p:pic>
        <p:pic>
          <p:nvPicPr>
            <p:cNvPr id="9" name="Picture 8" descr="A picture containing white, design&#10;&#10;Description automatically generated">
              <a:extLst>
                <a:ext uri="{FF2B5EF4-FFF2-40B4-BE49-F238E27FC236}">
                  <a16:creationId xmlns:a16="http://schemas.microsoft.com/office/drawing/2014/main" id="{01E3DB05-75AF-68A7-3EF7-8A8E61972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7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255" y="3110057"/>
              <a:ext cx="5249808" cy="1799568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9C774DC-CA2F-CC69-75E2-BF3EE8BD266F}"/>
              </a:ext>
            </a:extLst>
          </p:cNvPr>
          <p:cNvGrpSpPr/>
          <p:nvPr/>
        </p:nvGrpSpPr>
        <p:grpSpPr>
          <a:xfrm>
            <a:off x="4475018" y="2149531"/>
            <a:ext cx="1620982" cy="1916032"/>
            <a:chOff x="4475018" y="2149531"/>
            <a:chExt cx="1620982" cy="1916032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C5C7EB4-A5B6-A325-BE45-7D46DD3AA68A}"/>
                </a:ext>
              </a:extLst>
            </p:cNvPr>
            <p:cNvCxnSpPr/>
            <p:nvPr/>
          </p:nvCxnSpPr>
          <p:spPr>
            <a:xfrm flipH="1" flipV="1">
              <a:off x="5205046" y="2897945"/>
              <a:ext cx="890954" cy="1167618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72C8067-1FDC-E357-97F5-0696F16448DE}"/>
                </a:ext>
              </a:extLst>
            </p:cNvPr>
            <p:cNvSpPr/>
            <p:nvPr/>
          </p:nvSpPr>
          <p:spPr>
            <a:xfrm>
              <a:off x="4475018" y="2149531"/>
              <a:ext cx="1334939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u="sng" dirty="0">
                  <a:solidFill>
                    <a:srgbClr val="ED7D31"/>
                  </a:solidFill>
                </a:rPr>
                <a:t>ID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4F8E570-D605-13D1-6B3C-E9C1674DB061}"/>
              </a:ext>
            </a:extLst>
          </p:cNvPr>
          <p:cNvGrpSpPr/>
          <p:nvPr/>
        </p:nvGrpSpPr>
        <p:grpSpPr>
          <a:xfrm>
            <a:off x="5839243" y="2118601"/>
            <a:ext cx="1334939" cy="1946962"/>
            <a:chOff x="3669410" y="2085056"/>
            <a:chExt cx="1412482" cy="229290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F8B3E5D-CFAD-B3DA-A944-2531870306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07158" y="2875292"/>
              <a:ext cx="206357" cy="1502665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F4B94AE-D120-9658-15FF-D4BE8FFA78CE}"/>
                </a:ext>
              </a:extLst>
            </p:cNvPr>
            <p:cNvSpPr/>
            <p:nvPr/>
          </p:nvSpPr>
          <p:spPr>
            <a:xfrm>
              <a:off x="3669410" y="2085056"/>
              <a:ext cx="1412482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ED7D31"/>
                  </a:solidFill>
                </a:rPr>
                <a:t>Name</a:t>
              </a:r>
              <a:endParaRPr lang="en-US" sz="2800" dirty="0">
                <a:solidFill>
                  <a:srgbClr val="ED7D3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12F0F67-C2D6-84C8-B4EF-604895AC5386}"/>
              </a:ext>
            </a:extLst>
          </p:cNvPr>
          <p:cNvGrpSpPr/>
          <p:nvPr/>
        </p:nvGrpSpPr>
        <p:grpSpPr>
          <a:xfrm>
            <a:off x="7269970" y="2062879"/>
            <a:ext cx="1789625" cy="2002684"/>
            <a:chOff x="3669410" y="2085056"/>
            <a:chExt cx="1893579" cy="235852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E51861-0B69-CA4C-14C8-21F89094B74B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4108334" y="2875292"/>
              <a:ext cx="398824" cy="1568288"/>
            </a:xfrm>
            <a:prstGeom prst="line">
              <a:avLst/>
            </a:prstGeom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EE00696-7E4D-F6C1-C3E7-F108A45BD153}"/>
                </a:ext>
              </a:extLst>
            </p:cNvPr>
            <p:cNvSpPr/>
            <p:nvPr/>
          </p:nvSpPr>
          <p:spPr>
            <a:xfrm>
              <a:off x="3669410" y="2085056"/>
              <a:ext cx="1893579" cy="748414"/>
            </a:xfrm>
            <a:prstGeom prst="ellips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385723"/>
                  </a:solidFill>
                </a:rPr>
                <a:t>Address</a:t>
              </a:r>
              <a:endParaRPr lang="en-US" sz="2800" dirty="0">
                <a:solidFill>
                  <a:srgbClr val="38572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1B54E-BBFD-5466-4FE7-F779BB81F58F}"/>
              </a:ext>
            </a:extLst>
          </p:cNvPr>
          <p:cNvGrpSpPr/>
          <p:nvPr/>
        </p:nvGrpSpPr>
        <p:grpSpPr>
          <a:xfrm>
            <a:off x="6170239" y="928387"/>
            <a:ext cx="1789625" cy="1220924"/>
            <a:chOff x="3270471" y="2140126"/>
            <a:chExt cx="1893578" cy="143785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70112E3-5055-C3D5-B724-14C54B05C7D0}"/>
                </a:ext>
              </a:extLst>
            </p:cNvPr>
            <p:cNvCxnSpPr>
              <a:cxnSpLocks/>
              <a:endCxn id="27" idx="4"/>
            </p:cNvCxnSpPr>
            <p:nvPr/>
          </p:nvCxnSpPr>
          <p:spPr>
            <a:xfrm flipH="1" flipV="1">
              <a:off x="4217261" y="2884641"/>
              <a:ext cx="493626" cy="693344"/>
            </a:xfrm>
            <a:prstGeom prst="line">
              <a:avLst/>
            </a:prstGeom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83FE5E7-EC35-0F4A-26CC-B97A5B3A8735}"/>
                </a:ext>
              </a:extLst>
            </p:cNvPr>
            <p:cNvSpPr/>
            <p:nvPr/>
          </p:nvSpPr>
          <p:spPr>
            <a:xfrm>
              <a:off x="3270471" y="2140126"/>
              <a:ext cx="1893578" cy="744515"/>
            </a:xfrm>
            <a:prstGeom prst="ellips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385723"/>
                  </a:solidFill>
                </a:rPr>
                <a:t>Address1</a:t>
              </a:r>
              <a:endParaRPr lang="en-US" sz="2400" dirty="0">
                <a:solidFill>
                  <a:srgbClr val="385723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8A14DCB-31AB-9916-BE25-E98BAB8F0E6D}"/>
              </a:ext>
            </a:extLst>
          </p:cNvPr>
          <p:cNvGrpSpPr/>
          <p:nvPr/>
        </p:nvGrpSpPr>
        <p:grpSpPr>
          <a:xfrm>
            <a:off x="7329538" y="177805"/>
            <a:ext cx="1730057" cy="1902804"/>
            <a:chOff x="3270471" y="2140126"/>
            <a:chExt cx="1830550" cy="224089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4D06CDB-EE82-5E2B-F5E3-2B33E0E792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7257" y="2937726"/>
              <a:ext cx="234349" cy="1443297"/>
            </a:xfrm>
            <a:prstGeom prst="line">
              <a:avLst/>
            </a:prstGeom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A69397-AFF1-AD82-769D-92293EEB51D4}"/>
                </a:ext>
              </a:extLst>
            </p:cNvPr>
            <p:cNvSpPr/>
            <p:nvPr/>
          </p:nvSpPr>
          <p:spPr>
            <a:xfrm>
              <a:off x="3270471" y="2140126"/>
              <a:ext cx="1830550" cy="744515"/>
            </a:xfrm>
            <a:prstGeom prst="ellips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385723"/>
                  </a:solidFill>
                </a:rPr>
                <a:t>Address2</a:t>
              </a:r>
              <a:endParaRPr lang="en-US" sz="2400" dirty="0">
                <a:solidFill>
                  <a:srgbClr val="385723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F9505D6-0820-9B7E-BEEB-31D8A439A126}"/>
              </a:ext>
            </a:extLst>
          </p:cNvPr>
          <p:cNvGrpSpPr/>
          <p:nvPr/>
        </p:nvGrpSpPr>
        <p:grpSpPr>
          <a:xfrm>
            <a:off x="8096143" y="814255"/>
            <a:ext cx="1070571" cy="1258346"/>
            <a:chOff x="3270471" y="2140126"/>
            <a:chExt cx="1132757" cy="1481930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925DFF1-6B8A-F6FF-4B5E-5F90225034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0471" y="2874117"/>
              <a:ext cx="434149" cy="747939"/>
            </a:xfrm>
            <a:prstGeom prst="line">
              <a:avLst/>
            </a:prstGeom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6AED86B-56EA-A0C2-1986-0C66042BF11F}"/>
                </a:ext>
              </a:extLst>
            </p:cNvPr>
            <p:cNvSpPr/>
            <p:nvPr/>
          </p:nvSpPr>
          <p:spPr>
            <a:xfrm>
              <a:off x="3270471" y="2140126"/>
              <a:ext cx="1132757" cy="744515"/>
            </a:xfrm>
            <a:prstGeom prst="ellips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385723"/>
                  </a:solidFill>
                </a:rPr>
                <a:t>City</a:t>
              </a:r>
              <a:endParaRPr lang="en-US" sz="2400" dirty="0">
                <a:solidFill>
                  <a:srgbClr val="385723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C6E0CCC-5BCA-2202-E934-6FEEAAE6F7F0}"/>
              </a:ext>
            </a:extLst>
          </p:cNvPr>
          <p:cNvGrpSpPr/>
          <p:nvPr/>
        </p:nvGrpSpPr>
        <p:grpSpPr>
          <a:xfrm>
            <a:off x="8672710" y="591108"/>
            <a:ext cx="1834103" cy="1527494"/>
            <a:chOff x="2727713" y="2140126"/>
            <a:chExt cx="1940639" cy="1677996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B9030B1-382E-D530-502C-0445A67507D2}"/>
                </a:ext>
              </a:extLst>
            </p:cNvPr>
            <p:cNvCxnSpPr>
              <a:cxnSpLocks/>
              <a:endCxn id="43" idx="3"/>
            </p:cNvCxnSpPr>
            <p:nvPr/>
          </p:nvCxnSpPr>
          <p:spPr>
            <a:xfrm flipV="1">
              <a:off x="2727713" y="2775610"/>
              <a:ext cx="747473" cy="1042512"/>
            </a:xfrm>
            <a:prstGeom prst="line">
              <a:avLst/>
            </a:prstGeom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1F76C6D-7CD3-AB2A-C9E6-DB9BB9D05D62}"/>
                </a:ext>
              </a:extLst>
            </p:cNvPr>
            <p:cNvSpPr/>
            <p:nvPr/>
          </p:nvSpPr>
          <p:spPr>
            <a:xfrm>
              <a:off x="3270472" y="2140126"/>
              <a:ext cx="1397880" cy="744515"/>
            </a:xfrm>
            <a:prstGeom prst="ellips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385723"/>
                  </a:solidFill>
                </a:rPr>
                <a:t>State</a:t>
              </a:r>
              <a:endParaRPr lang="en-US" sz="2400" dirty="0">
                <a:solidFill>
                  <a:srgbClr val="385723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E4C2ECE-2383-30D0-DD90-D14D45F216CD}"/>
              </a:ext>
            </a:extLst>
          </p:cNvPr>
          <p:cNvGrpSpPr/>
          <p:nvPr/>
        </p:nvGrpSpPr>
        <p:grpSpPr>
          <a:xfrm>
            <a:off x="8950136" y="1575617"/>
            <a:ext cx="1250592" cy="698829"/>
            <a:chOff x="3277114" y="2075525"/>
            <a:chExt cx="1323234" cy="822998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F737E32-AC28-9488-1D36-B352670292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7114" y="2636505"/>
              <a:ext cx="644906" cy="262018"/>
            </a:xfrm>
            <a:prstGeom prst="line">
              <a:avLst/>
            </a:prstGeom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FA6A4B9-BDB3-2B85-5A15-714CFD503C93}"/>
                </a:ext>
              </a:extLst>
            </p:cNvPr>
            <p:cNvSpPr/>
            <p:nvPr/>
          </p:nvSpPr>
          <p:spPr>
            <a:xfrm>
              <a:off x="3424177" y="2075525"/>
              <a:ext cx="1176171" cy="744515"/>
            </a:xfrm>
            <a:prstGeom prst="ellips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385723"/>
                  </a:solidFill>
                </a:rPr>
                <a:t>Zip</a:t>
              </a:r>
              <a:endParaRPr lang="en-US" sz="2400" dirty="0">
                <a:solidFill>
                  <a:srgbClr val="385723"/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C1EB7C8-BA64-6C6B-F533-15039E96E4F6}"/>
              </a:ext>
            </a:extLst>
          </p:cNvPr>
          <p:cNvGrpSpPr/>
          <p:nvPr/>
        </p:nvGrpSpPr>
        <p:grpSpPr>
          <a:xfrm>
            <a:off x="8164781" y="2308528"/>
            <a:ext cx="1996112" cy="1757035"/>
            <a:chOff x="2697867" y="2098424"/>
            <a:chExt cx="2112061" cy="2069228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D417B2B-AA9E-3A60-FAAB-5B2DC2007E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7867" y="2846838"/>
              <a:ext cx="1179093" cy="132081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5F16062B-15BE-5B93-930A-F7AB850DF07E}"/>
                </a:ext>
              </a:extLst>
            </p:cNvPr>
            <p:cNvSpPr/>
            <p:nvPr/>
          </p:nvSpPr>
          <p:spPr>
            <a:xfrm>
              <a:off x="3397446" y="2098424"/>
              <a:ext cx="1412482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ED7D31"/>
                  </a:solidFill>
                </a:rPr>
                <a:t>Email</a:t>
              </a:r>
              <a:endParaRPr lang="en-US" sz="2800" dirty="0">
                <a:solidFill>
                  <a:srgbClr val="ED7D31"/>
                </a:solidFill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BE5B4CC-09C5-9022-9EE3-2B8D8E087E59}"/>
              </a:ext>
            </a:extLst>
          </p:cNvPr>
          <p:cNvGrpSpPr/>
          <p:nvPr/>
        </p:nvGrpSpPr>
        <p:grpSpPr>
          <a:xfrm>
            <a:off x="8658885" y="3157299"/>
            <a:ext cx="1456756" cy="906701"/>
            <a:chOff x="3397446" y="2098424"/>
            <a:chExt cx="1685314" cy="1165603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E64B4CF-8889-1861-512D-808911B906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9260" y="2846839"/>
              <a:ext cx="287701" cy="417188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D2460C2-5FE7-D108-2B0E-CA2BB76486A9}"/>
                </a:ext>
              </a:extLst>
            </p:cNvPr>
            <p:cNvSpPr/>
            <p:nvPr/>
          </p:nvSpPr>
          <p:spPr>
            <a:xfrm>
              <a:off x="3397446" y="2098424"/>
              <a:ext cx="1685314" cy="748413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ED7D31"/>
                  </a:solidFill>
                </a:rPr>
                <a:t>Active</a:t>
              </a:r>
              <a:endParaRPr lang="en-US" sz="2800" dirty="0">
                <a:solidFill>
                  <a:srgbClr val="ED7D31"/>
                </a:solidFill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7C43F61-60E7-C411-E797-F5DFC99C0E8A}"/>
              </a:ext>
            </a:extLst>
          </p:cNvPr>
          <p:cNvGrpSpPr/>
          <p:nvPr/>
        </p:nvGrpSpPr>
        <p:grpSpPr>
          <a:xfrm>
            <a:off x="6630845" y="2826821"/>
            <a:ext cx="1465298" cy="1237179"/>
            <a:chOff x="3669410" y="2085056"/>
            <a:chExt cx="1550413" cy="1457003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3491D7A-194D-B303-0FE1-3F3A0F93F8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07158" y="2875292"/>
              <a:ext cx="57537" cy="666767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39157383-BCD5-DA84-1DFA-12837F184358}"/>
                </a:ext>
              </a:extLst>
            </p:cNvPr>
            <p:cNvSpPr/>
            <p:nvPr/>
          </p:nvSpPr>
          <p:spPr>
            <a:xfrm>
              <a:off x="3669410" y="2085056"/>
              <a:ext cx="1550413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ED7D31"/>
                  </a:solidFill>
                </a:rPr>
                <a:t>Phone</a:t>
              </a:r>
              <a:endParaRPr lang="en-US" sz="2800" dirty="0">
                <a:solidFill>
                  <a:srgbClr val="ED7D31"/>
                </a:solidFill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A26BBE7-B5A3-97CF-2FE3-3CB036240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495" y="118537"/>
            <a:ext cx="6188087" cy="509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16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E9E795-3CB8-3306-FA3C-38329E626977}"/>
              </a:ext>
            </a:extLst>
          </p:cNvPr>
          <p:cNvSpPr/>
          <p:nvPr/>
        </p:nvSpPr>
        <p:spPr>
          <a:xfrm>
            <a:off x="332509" y="686118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Category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BE723F-0356-FBE5-AA30-2299B4E0DC95}"/>
              </a:ext>
            </a:extLst>
          </p:cNvPr>
          <p:cNvSpPr/>
          <p:nvPr/>
        </p:nvSpPr>
        <p:spPr>
          <a:xfrm>
            <a:off x="2161309" y="3800302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Product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9549CE-CA8D-19C8-50B4-202484547F25}"/>
              </a:ext>
            </a:extLst>
          </p:cNvPr>
          <p:cNvSpPr/>
          <p:nvPr/>
        </p:nvSpPr>
        <p:spPr>
          <a:xfrm>
            <a:off x="4418146" y="2080259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48FEE1-A601-1D74-3EA9-CECEECB922AB}"/>
              </a:ext>
            </a:extLst>
          </p:cNvPr>
          <p:cNvSpPr/>
          <p:nvPr/>
        </p:nvSpPr>
        <p:spPr>
          <a:xfrm>
            <a:off x="10099963" y="1326198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Employee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26BBE7-B5A3-97CF-2FE3-3CB036240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496" y="2585342"/>
            <a:ext cx="3112227" cy="256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986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E9E795-3CB8-3306-FA3C-38329E626977}"/>
              </a:ext>
            </a:extLst>
          </p:cNvPr>
          <p:cNvSpPr/>
          <p:nvPr/>
        </p:nvSpPr>
        <p:spPr>
          <a:xfrm>
            <a:off x="332509" y="686118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Category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BE723F-0356-FBE5-AA30-2299B4E0DC95}"/>
              </a:ext>
            </a:extLst>
          </p:cNvPr>
          <p:cNvSpPr/>
          <p:nvPr/>
        </p:nvSpPr>
        <p:spPr>
          <a:xfrm>
            <a:off x="2161309" y="3800302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Product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9549CE-CA8D-19C8-50B4-202484547F25}"/>
              </a:ext>
            </a:extLst>
          </p:cNvPr>
          <p:cNvSpPr/>
          <p:nvPr/>
        </p:nvSpPr>
        <p:spPr>
          <a:xfrm>
            <a:off x="4418146" y="2080259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26BBE7-B5A3-97CF-2FE3-3CB036240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496" y="2585342"/>
            <a:ext cx="3112227" cy="256060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4FB3CE5-E193-DBFF-7646-5B3089D5F53D}"/>
              </a:ext>
            </a:extLst>
          </p:cNvPr>
          <p:cNvGrpSpPr/>
          <p:nvPr/>
        </p:nvGrpSpPr>
        <p:grpSpPr>
          <a:xfrm>
            <a:off x="-95528" y="195533"/>
            <a:ext cx="9904546" cy="6163703"/>
            <a:chOff x="166255" y="253217"/>
            <a:chExt cx="12025744" cy="4656408"/>
          </a:xfrm>
        </p:grpSpPr>
        <p:pic>
          <p:nvPicPr>
            <p:cNvPr id="4" name="Picture 3" descr="A picture containing white, design&#10;&#10;Description automatically generated">
              <a:extLst>
                <a:ext uri="{FF2B5EF4-FFF2-40B4-BE49-F238E27FC236}">
                  <a16:creationId xmlns:a16="http://schemas.microsoft.com/office/drawing/2014/main" id="{B769FC55-3BE0-0670-7D09-F3E25A992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7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508" y="253217"/>
              <a:ext cx="11859491" cy="4237748"/>
            </a:xfrm>
            <a:prstGeom prst="rect">
              <a:avLst/>
            </a:prstGeom>
          </p:spPr>
        </p:pic>
        <p:pic>
          <p:nvPicPr>
            <p:cNvPr id="9" name="Picture 8" descr="A picture containing white, design&#10;&#10;Description automatically generated">
              <a:extLst>
                <a:ext uri="{FF2B5EF4-FFF2-40B4-BE49-F238E27FC236}">
                  <a16:creationId xmlns:a16="http://schemas.microsoft.com/office/drawing/2014/main" id="{9212A6A5-9305-89D3-1024-1EC18D4FA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7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255" y="3110057"/>
              <a:ext cx="5249808" cy="1799568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0D48FEE1-A601-1D74-3EA9-CECEECB922AB}"/>
              </a:ext>
            </a:extLst>
          </p:cNvPr>
          <p:cNvSpPr/>
          <p:nvPr/>
        </p:nvSpPr>
        <p:spPr>
          <a:xfrm>
            <a:off x="7003233" y="2326523"/>
            <a:ext cx="2801866" cy="787632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Employee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7F3561-4E70-EAB5-EBF1-FBAF0F31861F}"/>
              </a:ext>
            </a:extLst>
          </p:cNvPr>
          <p:cNvGrpSpPr/>
          <p:nvPr/>
        </p:nvGrpSpPr>
        <p:grpSpPr>
          <a:xfrm>
            <a:off x="5965320" y="919004"/>
            <a:ext cx="1334939" cy="1384413"/>
            <a:chOff x="4791350" y="2681150"/>
            <a:chExt cx="1334939" cy="1384413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7D7E66E-A4E2-C501-2787-15F1058905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27283" y="3407224"/>
              <a:ext cx="568717" cy="658339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D1640A0-FD5A-0893-1C34-6CB202D6B819}"/>
                </a:ext>
              </a:extLst>
            </p:cNvPr>
            <p:cNvSpPr/>
            <p:nvPr/>
          </p:nvSpPr>
          <p:spPr>
            <a:xfrm>
              <a:off x="4791350" y="2681150"/>
              <a:ext cx="1334939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u="sng" dirty="0">
                  <a:solidFill>
                    <a:srgbClr val="ED7D31"/>
                  </a:solidFill>
                </a:rPr>
                <a:t>ID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A7BE448-960D-4B33-3D4C-7AEAACD3FFD6}"/>
              </a:ext>
            </a:extLst>
          </p:cNvPr>
          <p:cNvGrpSpPr/>
          <p:nvPr/>
        </p:nvGrpSpPr>
        <p:grpSpPr>
          <a:xfrm>
            <a:off x="7300259" y="1122688"/>
            <a:ext cx="1789625" cy="1267382"/>
            <a:chOff x="3659597" y="2951008"/>
            <a:chExt cx="1893579" cy="1492572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00073-333E-4910-7B08-F1F47BE0C2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8334" y="3716093"/>
              <a:ext cx="204883" cy="727487"/>
            </a:xfrm>
            <a:prstGeom prst="line">
              <a:avLst/>
            </a:prstGeom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F0490EB-168E-DCF3-2F05-303073B75E56}"/>
                </a:ext>
              </a:extLst>
            </p:cNvPr>
            <p:cNvSpPr/>
            <p:nvPr/>
          </p:nvSpPr>
          <p:spPr>
            <a:xfrm>
              <a:off x="3659597" y="2951008"/>
              <a:ext cx="1893579" cy="748414"/>
            </a:xfrm>
            <a:prstGeom prst="ellips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385723"/>
                  </a:solidFill>
                </a:rPr>
                <a:t>Name</a:t>
              </a:r>
              <a:endParaRPr lang="en-US" sz="2800" dirty="0">
                <a:solidFill>
                  <a:srgbClr val="385723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02D6E07-4E91-1DCC-FEFD-B733B9AE20F9}"/>
              </a:ext>
            </a:extLst>
          </p:cNvPr>
          <p:cNvGrpSpPr/>
          <p:nvPr/>
        </p:nvGrpSpPr>
        <p:grpSpPr>
          <a:xfrm>
            <a:off x="7953064" y="147489"/>
            <a:ext cx="1070571" cy="975199"/>
            <a:chOff x="2294586" y="2286347"/>
            <a:chExt cx="1132757" cy="1148473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4EFB3A4-A45D-B2CB-EF31-D95B6F0E8934}"/>
                </a:ext>
              </a:extLst>
            </p:cNvPr>
            <p:cNvCxnSpPr>
              <a:cxnSpLocks/>
              <a:endCxn id="20" idx="4"/>
            </p:cNvCxnSpPr>
            <p:nvPr/>
          </p:nvCxnSpPr>
          <p:spPr>
            <a:xfrm flipV="1">
              <a:off x="2827799" y="3030863"/>
              <a:ext cx="33166" cy="403957"/>
            </a:xfrm>
            <a:prstGeom prst="line">
              <a:avLst/>
            </a:prstGeom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52C04E0-CC9E-10C7-31BD-ADC3AED8D562}"/>
                </a:ext>
              </a:extLst>
            </p:cNvPr>
            <p:cNvSpPr/>
            <p:nvPr/>
          </p:nvSpPr>
          <p:spPr>
            <a:xfrm>
              <a:off x="2294586" y="2286347"/>
              <a:ext cx="1132757" cy="744515"/>
            </a:xfrm>
            <a:prstGeom prst="ellips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385723"/>
                  </a:solidFill>
                </a:rPr>
                <a:t>First</a:t>
              </a:r>
              <a:endParaRPr lang="en-US" sz="2400" dirty="0">
                <a:solidFill>
                  <a:srgbClr val="38572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FA03640-47B2-A6C7-FD24-C5D002A71CC7}"/>
              </a:ext>
            </a:extLst>
          </p:cNvPr>
          <p:cNvGrpSpPr/>
          <p:nvPr/>
        </p:nvGrpSpPr>
        <p:grpSpPr>
          <a:xfrm>
            <a:off x="8827799" y="182148"/>
            <a:ext cx="1266408" cy="1033607"/>
            <a:chOff x="2087374" y="2286347"/>
            <a:chExt cx="1339969" cy="121725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A432D48-B858-4348-E094-F039B9355BEA}"/>
                </a:ext>
              </a:extLst>
            </p:cNvPr>
            <p:cNvCxnSpPr>
              <a:cxnSpLocks/>
              <a:stCxn id="15" idx="7"/>
              <a:endCxn id="27" idx="4"/>
            </p:cNvCxnSpPr>
            <p:nvPr/>
          </p:nvCxnSpPr>
          <p:spPr>
            <a:xfrm flipV="1">
              <a:off x="2087374" y="3030861"/>
              <a:ext cx="773591" cy="472745"/>
            </a:xfrm>
            <a:prstGeom prst="line">
              <a:avLst/>
            </a:prstGeom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1066F78-EEF4-25BB-DC6A-02243E38F161}"/>
                </a:ext>
              </a:extLst>
            </p:cNvPr>
            <p:cNvSpPr/>
            <p:nvPr/>
          </p:nvSpPr>
          <p:spPr>
            <a:xfrm>
              <a:off x="2294586" y="2286347"/>
              <a:ext cx="1132757" cy="744515"/>
            </a:xfrm>
            <a:prstGeom prst="ellips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385723"/>
                  </a:solidFill>
                </a:rPr>
                <a:t>Last</a:t>
              </a:r>
              <a:endParaRPr lang="en-US" sz="2400" dirty="0">
                <a:solidFill>
                  <a:srgbClr val="385723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8F88942-4870-5CE9-CF9C-E463790A5EE1}"/>
              </a:ext>
            </a:extLst>
          </p:cNvPr>
          <p:cNvGrpSpPr/>
          <p:nvPr/>
        </p:nvGrpSpPr>
        <p:grpSpPr>
          <a:xfrm>
            <a:off x="9156693" y="1119147"/>
            <a:ext cx="1334939" cy="1207376"/>
            <a:chOff x="4239428" y="2847426"/>
            <a:chExt cx="1334939" cy="1207376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749E371-EF97-5578-CE1A-0FF3D1435611}"/>
                </a:ext>
              </a:extLst>
            </p:cNvPr>
            <p:cNvCxnSpPr>
              <a:cxnSpLocks/>
              <a:endCxn id="31" idx="4"/>
            </p:cNvCxnSpPr>
            <p:nvPr/>
          </p:nvCxnSpPr>
          <p:spPr>
            <a:xfrm flipV="1">
              <a:off x="4478146" y="3595840"/>
              <a:ext cx="428752" cy="458962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5770944-C18B-DA8C-2058-176F301DA864}"/>
                </a:ext>
              </a:extLst>
            </p:cNvPr>
            <p:cNvSpPr/>
            <p:nvPr/>
          </p:nvSpPr>
          <p:spPr>
            <a:xfrm>
              <a:off x="4239428" y="2847426"/>
              <a:ext cx="1334939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ED7D31"/>
                  </a:solidFill>
                </a:rPr>
                <a:t>Ext.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0605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E9E795-3CB8-3306-FA3C-38329E626977}"/>
              </a:ext>
            </a:extLst>
          </p:cNvPr>
          <p:cNvSpPr/>
          <p:nvPr/>
        </p:nvSpPr>
        <p:spPr>
          <a:xfrm>
            <a:off x="332509" y="686118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Category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BE723F-0356-FBE5-AA30-2299B4E0DC95}"/>
              </a:ext>
            </a:extLst>
          </p:cNvPr>
          <p:cNvSpPr/>
          <p:nvPr/>
        </p:nvSpPr>
        <p:spPr>
          <a:xfrm>
            <a:off x="2161309" y="3800302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Product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9549CE-CA8D-19C8-50B4-202484547F25}"/>
              </a:ext>
            </a:extLst>
          </p:cNvPr>
          <p:cNvSpPr/>
          <p:nvPr/>
        </p:nvSpPr>
        <p:spPr>
          <a:xfrm>
            <a:off x="4418146" y="2080259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26BBE7-B5A3-97CF-2FE3-3CB036240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496" y="2585342"/>
            <a:ext cx="3112227" cy="256060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4FB3CE5-E193-DBFF-7646-5B3089D5F53D}"/>
              </a:ext>
            </a:extLst>
          </p:cNvPr>
          <p:cNvGrpSpPr/>
          <p:nvPr/>
        </p:nvGrpSpPr>
        <p:grpSpPr>
          <a:xfrm>
            <a:off x="-95528" y="195533"/>
            <a:ext cx="9904546" cy="6163703"/>
            <a:chOff x="166255" y="253217"/>
            <a:chExt cx="12025744" cy="4656408"/>
          </a:xfrm>
        </p:grpSpPr>
        <p:pic>
          <p:nvPicPr>
            <p:cNvPr id="4" name="Picture 3" descr="A picture containing white, design&#10;&#10;Description automatically generated">
              <a:extLst>
                <a:ext uri="{FF2B5EF4-FFF2-40B4-BE49-F238E27FC236}">
                  <a16:creationId xmlns:a16="http://schemas.microsoft.com/office/drawing/2014/main" id="{B769FC55-3BE0-0670-7D09-F3E25A992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7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508" y="253217"/>
              <a:ext cx="11859491" cy="4237748"/>
            </a:xfrm>
            <a:prstGeom prst="rect">
              <a:avLst/>
            </a:prstGeom>
          </p:spPr>
        </p:pic>
        <p:pic>
          <p:nvPicPr>
            <p:cNvPr id="9" name="Picture 8" descr="A picture containing white, design&#10;&#10;Description automatically generated">
              <a:extLst>
                <a:ext uri="{FF2B5EF4-FFF2-40B4-BE49-F238E27FC236}">
                  <a16:creationId xmlns:a16="http://schemas.microsoft.com/office/drawing/2014/main" id="{9212A6A5-9305-89D3-1024-1EC18D4FA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7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255" y="3110057"/>
              <a:ext cx="5249808" cy="1799568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0D48FEE1-A601-1D74-3EA9-CECEECB922AB}"/>
              </a:ext>
            </a:extLst>
          </p:cNvPr>
          <p:cNvSpPr/>
          <p:nvPr/>
        </p:nvSpPr>
        <p:spPr>
          <a:xfrm>
            <a:off x="7003233" y="2326523"/>
            <a:ext cx="2801866" cy="787632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Employee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7F3561-4E70-EAB5-EBF1-FBAF0F31861F}"/>
              </a:ext>
            </a:extLst>
          </p:cNvPr>
          <p:cNvGrpSpPr/>
          <p:nvPr/>
        </p:nvGrpSpPr>
        <p:grpSpPr>
          <a:xfrm>
            <a:off x="5965320" y="919004"/>
            <a:ext cx="1334939" cy="1384413"/>
            <a:chOff x="4791350" y="2681150"/>
            <a:chExt cx="1334939" cy="1384413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7D7E66E-A4E2-C501-2787-15F1058905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27283" y="3407224"/>
              <a:ext cx="568717" cy="658339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D1640A0-FD5A-0893-1C34-6CB202D6B819}"/>
                </a:ext>
              </a:extLst>
            </p:cNvPr>
            <p:cNvSpPr/>
            <p:nvPr/>
          </p:nvSpPr>
          <p:spPr>
            <a:xfrm>
              <a:off x="4791350" y="2681150"/>
              <a:ext cx="1334939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u="sng" dirty="0">
                  <a:solidFill>
                    <a:srgbClr val="ED7D31"/>
                  </a:solidFill>
                </a:rPr>
                <a:t>ID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A7BE448-960D-4B33-3D4C-7AEAACD3FFD6}"/>
              </a:ext>
            </a:extLst>
          </p:cNvPr>
          <p:cNvGrpSpPr/>
          <p:nvPr/>
        </p:nvGrpSpPr>
        <p:grpSpPr>
          <a:xfrm>
            <a:off x="7300259" y="1122688"/>
            <a:ext cx="1789625" cy="1267382"/>
            <a:chOff x="3659597" y="2951008"/>
            <a:chExt cx="1893579" cy="1492572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00073-333E-4910-7B08-F1F47BE0C2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8334" y="3716093"/>
              <a:ext cx="204883" cy="727487"/>
            </a:xfrm>
            <a:prstGeom prst="line">
              <a:avLst/>
            </a:prstGeom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F0490EB-168E-DCF3-2F05-303073B75E56}"/>
                </a:ext>
              </a:extLst>
            </p:cNvPr>
            <p:cNvSpPr/>
            <p:nvPr/>
          </p:nvSpPr>
          <p:spPr>
            <a:xfrm>
              <a:off x="3659597" y="2951008"/>
              <a:ext cx="1893579" cy="748414"/>
            </a:xfrm>
            <a:prstGeom prst="ellips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385723"/>
                  </a:solidFill>
                </a:rPr>
                <a:t>Name</a:t>
              </a:r>
              <a:endParaRPr lang="en-US" sz="2800" dirty="0">
                <a:solidFill>
                  <a:srgbClr val="385723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02D6E07-4E91-1DCC-FEFD-B733B9AE20F9}"/>
              </a:ext>
            </a:extLst>
          </p:cNvPr>
          <p:cNvGrpSpPr/>
          <p:nvPr/>
        </p:nvGrpSpPr>
        <p:grpSpPr>
          <a:xfrm>
            <a:off x="7953064" y="147489"/>
            <a:ext cx="1070571" cy="975199"/>
            <a:chOff x="2294586" y="2286347"/>
            <a:chExt cx="1132757" cy="1148473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4EFB3A4-A45D-B2CB-EF31-D95B6F0E8934}"/>
                </a:ext>
              </a:extLst>
            </p:cNvPr>
            <p:cNvCxnSpPr>
              <a:cxnSpLocks/>
              <a:endCxn id="20" idx="4"/>
            </p:cNvCxnSpPr>
            <p:nvPr/>
          </p:nvCxnSpPr>
          <p:spPr>
            <a:xfrm flipV="1">
              <a:off x="2827799" y="3030863"/>
              <a:ext cx="33166" cy="403957"/>
            </a:xfrm>
            <a:prstGeom prst="line">
              <a:avLst/>
            </a:prstGeom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52C04E0-CC9E-10C7-31BD-ADC3AED8D562}"/>
                </a:ext>
              </a:extLst>
            </p:cNvPr>
            <p:cNvSpPr/>
            <p:nvPr/>
          </p:nvSpPr>
          <p:spPr>
            <a:xfrm>
              <a:off x="2294586" y="2286347"/>
              <a:ext cx="1132757" cy="744515"/>
            </a:xfrm>
            <a:prstGeom prst="ellips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385723"/>
                  </a:solidFill>
                </a:rPr>
                <a:t>First</a:t>
              </a:r>
              <a:endParaRPr lang="en-US" sz="2400" dirty="0">
                <a:solidFill>
                  <a:srgbClr val="38572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FA03640-47B2-A6C7-FD24-C5D002A71CC7}"/>
              </a:ext>
            </a:extLst>
          </p:cNvPr>
          <p:cNvGrpSpPr/>
          <p:nvPr/>
        </p:nvGrpSpPr>
        <p:grpSpPr>
          <a:xfrm>
            <a:off x="8827799" y="182148"/>
            <a:ext cx="1266408" cy="1033607"/>
            <a:chOff x="2087374" y="2286347"/>
            <a:chExt cx="1339969" cy="121725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A432D48-B858-4348-E094-F039B9355BEA}"/>
                </a:ext>
              </a:extLst>
            </p:cNvPr>
            <p:cNvCxnSpPr>
              <a:cxnSpLocks/>
              <a:stCxn id="15" idx="7"/>
              <a:endCxn id="27" idx="4"/>
            </p:cNvCxnSpPr>
            <p:nvPr/>
          </p:nvCxnSpPr>
          <p:spPr>
            <a:xfrm flipV="1">
              <a:off x="2087374" y="3030861"/>
              <a:ext cx="773591" cy="472745"/>
            </a:xfrm>
            <a:prstGeom prst="line">
              <a:avLst/>
            </a:prstGeom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1066F78-EEF4-25BB-DC6A-02243E38F161}"/>
                </a:ext>
              </a:extLst>
            </p:cNvPr>
            <p:cNvSpPr/>
            <p:nvPr/>
          </p:nvSpPr>
          <p:spPr>
            <a:xfrm>
              <a:off x="2294586" y="2286347"/>
              <a:ext cx="1132757" cy="744515"/>
            </a:xfrm>
            <a:prstGeom prst="ellips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385723"/>
                  </a:solidFill>
                </a:rPr>
                <a:t>Last</a:t>
              </a:r>
              <a:endParaRPr lang="en-US" sz="2400" dirty="0">
                <a:solidFill>
                  <a:srgbClr val="385723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8F88942-4870-5CE9-CF9C-E463790A5EE1}"/>
              </a:ext>
            </a:extLst>
          </p:cNvPr>
          <p:cNvGrpSpPr/>
          <p:nvPr/>
        </p:nvGrpSpPr>
        <p:grpSpPr>
          <a:xfrm>
            <a:off x="9156693" y="1119147"/>
            <a:ext cx="1334939" cy="1207376"/>
            <a:chOff x="4239428" y="2847426"/>
            <a:chExt cx="1334939" cy="1207376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749E371-EF97-5578-CE1A-0FF3D1435611}"/>
                </a:ext>
              </a:extLst>
            </p:cNvPr>
            <p:cNvCxnSpPr>
              <a:cxnSpLocks/>
              <a:endCxn id="31" idx="4"/>
            </p:cNvCxnSpPr>
            <p:nvPr/>
          </p:nvCxnSpPr>
          <p:spPr>
            <a:xfrm flipV="1">
              <a:off x="4478146" y="3595840"/>
              <a:ext cx="428752" cy="458962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5770944-C18B-DA8C-2058-176F301DA864}"/>
                </a:ext>
              </a:extLst>
            </p:cNvPr>
            <p:cNvSpPr/>
            <p:nvPr/>
          </p:nvSpPr>
          <p:spPr>
            <a:xfrm>
              <a:off x="4239428" y="2847426"/>
              <a:ext cx="1334939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ED7D31"/>
                  </a:solidFill>
                </a:rPr>
                <a:t>Ext.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7C766CF-ADB7-8397-0D12-E15300608380}"/>
              </a:ext>
            </a:extLst>
          </p:cNvPr>
          <p:cNvGrpSpPr/>
          <p:nvPr/>
        </p:nvGrpSpPr>
        <p:grpSpPr>
          <a:xfrm>
            <a:off x="5965320" y="147489"/>
            <a:ext cx="4526312" cy="2966666"/>
            <a:chOff x="5965320" y="147489"/>
            <a:chExt cx="4526312" cy="296666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5E87F30-BCD9-4856-FCAB-6FD556AD7D96}"/>
                </a:ext>
              </a:extLst>
            </p:cNvPr>
            <p:cNvSpPr/>
            <p:nvPr/>
          </p:nvSpPr>
          <p:spPr>
            <a:xfrm>
              <a:off x="7003233" y="2326523"/>
              <a:ext cx="2801866" cy="787632"/>
            </a:xfrm>
            <a:prstGeom prst="rect">
              <a:avLst/>
            </a:prstGeom>
            <a:solidFill>
              <a:srgbClr val="54818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Employee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32C6BBA-0368-47D0-393D-D24EC7E86A39}"/>
                </a:ext>
              </a:extLst>
            </p:cNvPr>
            <p:cNvGrpSpPr/>
            <p:nvPr/>
          </p:nvGrpSpPr>
          <p:grpSpPr>
            <a:xfrm>
              <a:off x="5965320" y="919004"/>
              <a:ext cx="1334939" cy="1384413"/>
              <a:chOff x="4791350" y="2681150"/>
              <a:chExt cx="1334939" cy="1384413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43DCFF9-C4C0-57D3-D3C0-FB21C31DA5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527283" y="3407224"/>
                <a:ext cx="568717" cy="658339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6DED79C6-6F7C-DC51-89F8-7890D2E96B02}"/>
                  </a:ext>
                </a:extLst>
              </p:cNvPr>
              <p:cNvSpPr/>
              <p:nvPr/>
            </p:nvSpPr>
            <p:spPr>
              <a:xfrm>
                <a:off x="4791350" y="2681150"/>
                <a:ext cx="1334939" cy="748414"/>
              </a:xfrm>
              <a:prstGeom prst="ellipse">
                <a:avLst/>
              </a:prstGeom>
              <a:ln w="38100">
                <a:solidFill>
                  <a:srgbClr val="ED7D3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u="sng" dirty="0">
                    <a:solidFill>
                      <a:srgbClr val="ED7D31"/>
                    </a:solidFill>
                  </a:rPr>
                  <a:t>ID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37F4A3D-0170-BC9C-C59C-1DE4829F76F0}"/>
                </a:ext>
              </a:extLst>
            </p:cNvPr>
            <p:cNvGrpSpPr/>
            <p:nvPr/>
          </p:nvGrpSpPr>
          <p:grpSpPr>
            <a:xfrm>
              <a:off x="7300259" y="1122688"/>
              <a:ext cx="1789625" cy="1267382"/>
              <a:chOff x="3659597" y="2951008"/>
              <a:chExt cx="1893579" cy="1492572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A9951367-4702-74E6-2C91-F2775A5A37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08334" y="3716093"/>
                <a:ext cx="204883" cy="727487"/>
              </a:xfrm>
              <a:prstGeom prst="line">
                <a:avLst/>
              </a:prstGeom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308593B0-6CDE-8975-4AC3-B22B60AF0FAC}"/>
                  </a:ext>
                </a:extLst>
              </p:cNvPr>
              <p:cNvSpPr/>
              <p:nvPr/>
            </p:nvSpPr>
            <p:spPr>
              <a:xfrm>
                <a:off x="3659597" y="2951008"/>
                <a:ext cx="1893579" cy="748414"/>
              </a:xfrm>
              <a:prstGeom prst="ellipse">
                <a:avLst/>
              </a:prstGeom>
              <a:ln w="3810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385723"/>
                    </a:solidFill>
                  </a:rPr>
                  <a:t>Name</a:t>
                </a:r>
                <a:endParaRPr lang="en-US" sz="2800" dirty="0">
                  <a:solidFill>
                    <a:srgbClr val="385723"/>
                  </a:solidFill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7C62588-FB77-434B-D1FB-09DB7D3C6C50}"/>
                </a:ext>
              </a:extLst>
            </p:cNvPr>
            <p:cNvGrpSpPr/>
            <p:nvPr/>
          </p:nvGrpSpPr>
          <p:grpSpPr>
            <a:xfrm>
              <a:off x="7953064" y="147489"/>
              <a:ext cx="1070571" cy="975199"/>
              <a:chOff x="2294586" y="2286347"/>
              <a:chExt cx="1132757" cy="1148473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9FF112B0-09B0-9AA1-D34C-C43020B753B9}"/>
                  </a:ext>
                </a:extLst>
              </p:cNvPr>
              <p:cNvCxnSpPr>
                <a:cxnSpLocks/>
                <a:endCxn id="37" idx="4"/>
              </p:cNvCxnSpPr>
              <p:nvPr/>
            </p:nvCxnSpPr>
            <p:spPr>
              <a:xfrm flipV="1">
                <a:off x="2827799" y="3030863"/>
                <a:ext cx="33166" cy="403957"/>
              </a:xfrm>
              <a:prstGeom prst="line">
                <a:avLst/>
              </a:prstGeom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3D172C24-0F58-54DD-70DD-B71001207AA9}"/>
                  </a:ext>
                </a:extLst>
              </p:cNvPr>
              <p:cNvSpPr/>
              <p:nvPr/>
            </p:nvSpPr>
            <p:spPr>
              <a:xfrm>
                <a:off x="2294586" y="2286347"/>
                <a:ext cx="1132757" cy="744515"/>
              </a:xfrm>
              <a:prstGeom prst="ellipse">
                <a:avLst/>
              </a:prstGeom>
              <a:ln w="3810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rgbClr val="385723"/>
                    </a:solidFill>
                  </a:rPr>
                  <a:t>First</a:t>
                </a:r>
                <a:endParaRPr lang="en-US" sz="2400" dirty="0">
                  <a:solidFill>
                    <a:srgbClr val="385723"/>
                  </a:solidFill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29C4722-5388-9814-D231-BAE2EA174F0E}"/>
                </a:ext>
              </a:extLst>
            </p:cNvPr>
            <p:cNvGrpSpPr/>
            <p:nvPr/>
          </p:nvGrpSpPr>
          <p:grpSpPr>
            <a:xfrm>
              <a:off x="8827799" y="182148"/>
              <a:ext cx="1266408" cy="1033607"/>
              <a:chOff x="2087374" y="2286347"/>
              <a:chExt cx="1339969" cy="1217259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910494E-8F20-6119-9D5D-E0739B48EFB3}"/>
                  </a:ext>
                </a:extLst>
              </p:cNvPr>
              <p:cNvCxnSpPr>
                <a:cxnSpLocks/>
                <a:stCxn id="39" idx="7"/>
                <a:endCxn id="35" idx="4"/>
              </p:cNvCxnSpPr>
              <p:nvPr/>
            </p:nvCxnSpPr>
            <p:spPr>
              <a:xfrm flipV="1">
                <a:off x="2087374" y="3030861"/>
                <a:ext cx="773591" cy="472745"/>
              </a:xfrm>
              <a:prstGeom prst="line">
                <a:avLst/>
              </a:prstGeom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F370F3F-DC4A-EF09-D47A-4B264C87E1FA}"/>
                  </a:ext>
                </a:extLst>
              </p:cNvPr>
              <p:cNvSpPr/>
              <p:nvPr/>
            </p:nvSpPr>
            <p:spPr>
              <a:xfrm>
                <a:off x="2294586" y="2286347"/>
                <a:ext cx="1132757" cy="744515"/>
              </a:xfrm>
              <a:prstGeom prst="ellipse">
                <a:avLst/>
              </a:prstGeom>
              <a:ln w="3810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rgbClr val="385723"/>
                    </a:solidFill>
                  </a:rPr>
                  <a:t>Last</a:t>
                </a:r>
                <a:endParaRPr lang="en-US" sz="2400" dirty="0">
                  <a:solidFill>
                    <a:srgbClr val="385723"/>
                  </a:solidFill>
                </a:endParaRP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4632FD4-2BAC-0C32-2EC5-CA9868B227C0}"/>
                </a:ext>
              </a:extLst>
            </p:cNvPr>
            <p:cNvGrpSpPr/>
            <p:nvPr/>
          </p:nvGrpSpPr>
          <p:grpSpPr>
            <a:xfrm>
              <a:off x="9156693" y="1119147"/>
              <a:ext cx="1334939" cy="1207376"/>
              <a:chOff x="4239428" y="2847426"/>
              <a:chExt cx="1334939" cy="1207376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351504D6-80CA-166B-FA96-E5C51304A27E}"/>
                  </a:ext>
                </a:extLst>
              </p:cNvPr>
              <p:cNvCxnSpPr>
                <a:cxnSpLocks/>
                <a:endCxn id="33" idx="4"/>
              </p:cNvCxnSpPr>
              <p:nvPr/>
            </p:nvCxnSpPr>
            <p:spPr>
              <a:xfrm flipV="1">
                <a:off x="4478146" y="3595840"/>
                <a:ext cx="428752" cy="458962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004A8E0-BE22-AFAE-72F7-43D8BD2A950A}"/>
                  </a:ext>
                </a:extLst>
              </p:cNvPr>
              <p:cNvSpPr/>
              <p:nvPr/>
            </p:nvSpPr>
            <p:spPr>
              <a:xfrm>
                <a:off x="4239428" y="2847426"/>
                <a:ext cx="1334939" cy="748414"/>
              </a:xfrm>
              <a:prstGeom prst="ellipse">
                <a:avLst/>
              </a:prstGeom>
              <a:ln w="38100">
                <a:solidFill>
                  <a:srgbClr val="ED7D3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rgbClr val="ED7D31"/>
                    </a:solidFill>
                  </a:rPr>
                  <a:t>Ext.</a:t>
                </a:r>
              </a:p>
            </p:txBody>
          </p:sp>
        </p:grp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C108DCE9-B8D5-E355-2816-B3A085C87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542" y="67814"/>
            <a:ext cx="4988925" cy="328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15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E9E795-3CB8-3306-FA3C-38329E626977}"/>
              </a:ext>
            </a:extLst>
          </p:cNvPr>
          <p:cNvSpPr/>
          <p:nvPr/>
        </p:nvSpPr>
        <p:spPr>
          <a:xfrm>
            <a:off x="332509" y="686118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Category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BE723F-0356-FBE5-AA30-2299B4E0DC95}"/>
              </a:ext>
            </a:extLst>
          </p:cNvPr>
          <p:cNvSpPr/>
          <p:nvPr/>
        </p:nvSpPr>
        <p:spPr>
          <a:xfrm>
            <a:off x="2161309" y="3800302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Product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9549CE-CA8D-19C8-50B4-202484547F25}"/>
              </a:ext>
            </a:extLst>
          </p:cNvPr>
          <p:cNvSpPr/>
          <p:nvPr/>
        </p:nvSpPr>
        <p:spPr>
          <a:xfrm>
            <a:off x="4418146" y="2080259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26BBE7-B5A3-97CF-2FE3-3CB036240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496" y="2585342"/>
            <a:ext cx="3112227" cy="256060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4FB3CE5-E193-DBFF-7646-5B3089D5F53D}"/>
              </a:ext>
            </a:extLst>
          </p:cNvPr>
          <p:cNvGrpSpPr/>
          <p:nvPr/>
        </p:nvGrpSpPr>
        <p:grpSpPr>
          <a:xfrm>
            <a:off x="-95528" y="195533"/>
            <a:ext cx="9904546" cy="6163703"/>
            <a:chOff x="166255" y="253217"/>
            <a:chExt cx="12025744" cy="4656408"/>
          </a:xfrm>
        </p:grpSpPr>
        <p:pic>
          <p:nvPicPr>
            <p:cNvPr id="4" name="Picture 3" descr="A picture containing white, design&#10;&#10;Description automatically generated">
              <a:extLst>
                <a:ext uri="{FF2B5EF4-FFF2-40B4-BE49-F238E27FC236}">
                  <a16:creationId xmlns:a16="http://schemas.microsoft.com/office/drawing/2014/main" id="{B769FC55-3BE0-0670-7D09-F3E25A992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7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508" y="253217"/>
              <a:ext cx="11859491" cy="4237748"/>
            </a:xfrm>
            <a:prstGeom prst="rect">
              <a:avLst/>
            </a:prstGeom>
          </p:spPr>
        </p:pic>
        <p:pic>
          <p:nvPicPr>
            <p:cNvPr id="9" name="Picture 8" descr="A picture containing white, design&#10;&#10;Description automatically generated">
              <a:extLst>
                <a:ext uri="{FF2B5EF4-FFF2-40B4-BE49-F238E27FC236}">
                  <a16:creationId xmlns:a16="http://schemas.microsoft.com/office/drawing/2014/main" id="{9212A6A5-9305-89D3-1024-1EC18D4FA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7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255" y="3110057"/>
              <a:ext cx="5249808" cy="1799568"/>
            </a:xfrm>
            <a:prstGeom prst="rect">
              <a:avLst/>
            </a:prstGeom>
          </p:spPr>
        </p:pic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C108DCE9-B8D5-E355-2816-B3A085C87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6596" y="686118"/>
            <a:ext cx="2875404" cy="189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846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E9E795-3CB8-3306-FA3C-38329E626977}"/>
              </a:ext>
            </a:extLst>
          </p:cNvPr>
          <p:cNvSpPr/>
          <p:nvPr/>
        </p:nvSpPr>
        <p:spPr>
          <a:xfrm>
            <a:off x="332509" y="686118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Category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BE723F-0356-FBE5-AA30-2299B4E0DC95}"/>
              </a:ext>
            </a:extLst>
          </p:cNvPr>
          <p:cNvSpPr/>
          <p:nvPr/>
        </p:nvSpPr>
        <p:spPr>
          <a:xfrm>
            <a:off x="2161309" y="3800302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Product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26BBE7-B5A3-97CF-2FE3-3CB036240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496" y="2585342"/>
            <a:ext cx="3112227" cy="25606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108DCE9-B8D5-E355-2816-B3A085C87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6596" y="686118"/>
            <a:ext cx="2875404" cy="189533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4FB3CE5-E193-DBFF-7646-5B3089D5F53D}"/>
              </a:ext>
            </a:extLst>
          </p:cNvPr>
          <p:cNvGrpSpPr/>
          <p:nvPr/>
        </p:nvGrpSpPr>
        <p:grpSpPr>
          <a:xfrm>
            <a:off x="-961291" y="794855"/>
            <a:ext cx="12127871" cy="6010893"/>
            <a:chOff x="166255" y="253217"/>
            <a:chExt cx="12025744" cy="4656408"/>
          </a:xfrm>
        </p:grpSpPr>
        <p:pic>
          <p:nvPicPr>
            <p:cNvPr id="4" name="Picture 3" descr="A picture containing white, design&#10;&#10;Description automatically generated">
              <a:extLst>
                <a:ext uri="{FF2B5EF4-FFF2-40B4-BE49-F238E27FC236}">
                  <a16:creationId xmlns:a16="http://schemas.microsoft.com/office/drawing/2014/main" id="{B769FC55-3BE0-0670-7D09-F3E25A992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508" y="253217"/>
              <a:ext cx="11859491" cy="4237748"/>
            </a:xfrm>
            <a:prstGeom prst="rect">
              <a:avLst/>
            </a:prstGeom>
          </p:spPr>
        </p:pic>
        <p:pic>
          <p:nvPicPr>
            <p:cNvPr id="9" name="Picture 8" descr="A picture containing white, design&#10;&#10;Description automatically generated">
              <a:extLst>
                <a:ext uri="{FF2B5EF4-FFF2-40B4-BE49-F238E27FC236}">
                  <a16:creationId xmlns:a16="http://schemas.microsoft.com/office/drawing/2014/main" id="{9212A6A5-9305-89D3-1024-1EC18D4FA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255" y="3110057"/>
              <a:ext cx="5249808" cy="1799568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449549CE-CA8D-19C8-50B4-202484547F25}"/>
              </a:ext>
            </a:extLst>
          </p:cNvPr>
          <p:cNvSpPr/>
          <p:nvPr/>
        </p:nvSpPr>
        <p:spPr>
          <a:xfrm>
            <a:off x="4496125" y="2821802"/>
            <a:ext cx="3112227" cy="953227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Order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F863CF3-9395-BE1C-8A08-B0624206DDB9}"/>
              </a:ext>
            </a:extLst>
          </p:cNvPr>
          <p:cNvGrpSpPr/>
          <p:nvPr/>
        </p:nvGrpSpPr>
        <p:grpSpPr>
          <a:xfrm>
            <a:off x="3971274" y="1661916"/>
            <a:ext cx="1334939" cy="1210706"/>
            <a:chOff x="4475018" y="2149531"/>
            <a:chExt cx="1334939" cy="121070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26F0971-815A-1457-908B-466B5B5CE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5046" y="2897945"/>
              <a:ext cx="328185" cy="462292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2E3E3A2-1B49-8833-DC26-D6F50538D502}"/>
                </a:ext>
              </a:extLst>
            </p:cNvPr>
            <p:cNvSpPr/>
            <p:nvPr/>
          </p:nvSpPr>
          <p:spPr>
            <a:xfrm>
              <a:off x="4475018" y="2149531"/>
              <a:ext cx="1334939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u="sng" dirty="0">
                  <a:solidFill>
                    <a:srgbClr val="ED7D31"/>
                  </a:solidFill>
                </a:rPr>
                <a:t>ID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69D9B99-CBE0-3302-893A-DF1E785E4ACA}"/>
              </a:ext>
            </a:extLst>
          </p:cNvPr>
          <p:cNvGrpSpPr/>
          <p:nvPr/>
        </p:nvGrpSpPr>
        <p:grpSpPr>
          <a:xfrm>
            <a:off x="5180592" y="1140744"/>
            <a:ext cx="1588813" cy="1681058"/>
            <a:chOff x="3669409" y="2085056"/>
            <a:chExt cx="1681103" cy="197975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436C06F-EC93-85F5-9610-ECF1CD1FCA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7158" y="2875292"/>
              <a:ext cx="0" cy="1189515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915CCA1-6E0D-4CD6-178D-C41CB0DBCD89}"/>
                </a:ext>
              </a:extLst>
            </p:cNvPr>
            <p:cNvSpPr/>
            <p:nvPr/>
          </p:nvSpPr>
          <p:spPr>
            <a:xfrm>
              <a:off x="3669409" y="2085056"/>
              <a:ext cx="1681103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err="1">
                  <a:solidFill>
                    <a:srgbClr val="ED7D31"/>
                  </a:solidFill>
                </a:rPr>
                <a:t>O.Date</a:t>
              </a:r>
              <a:endParaRPr lang="en-US" sz="2800" dirty="0">
                <a:solidFill>
                  <a:srgbClr val="ED7D31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63DE7FE-1772-5D51-892F-DA5A1B2C113E}"/>
              </a:ext>
            </a:extLst>
          </p:cNvPr>
          <p:cNvGrpSpPr/>
          <p:nvPr/>
        </p:nvGrpSpPr>
        <p:grpSpPr>
          <a:xfrm>
            <a:off x="6692225" y="1516018"/>
            <a:ext cx="1465298" cy="1356604"/>
            <a:chOff x="3669410" y="2085056"/>
            <a:chExt cx="1550413" cy="1597647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E174CC9-D9E1-9596-BAC3-4A41B8285C1E}"/>
                </a:ext>
              </a:extLst>
            </p:cNvPr>
            <p:cNvCxnSpPr>
              <a:cxnSpLocks/>
              <a:endCxn id="17" idx="4"/>
            </p:cNvCxnSpPr>
            <p:nvPr/>
          </p:nvCxnSpPr>
          <p:spPr>
            <a:xfrm flipV="1">
              <a:off x="3905352" y="2833470"/>
              <a:ext cx="539265" cy="849233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14B1A79-55FB-DBC5-0006-F558CAE63505}"/>
                </a:ext>
              </a:extLst>
            </p:cNvPr>
            <p:cNvSpPr/>
            <p:nvPr/>
          </p:nvSpPr>
          <p:spPr>
            <a:xfrm>
              <a:off x="3669410" y="2085056"/>
              <a:ext cx="1550413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err="1">
                  <a:solidFill>
                    <a:srgbClr val="ED7D31"/>
                  </a:solidFill>
                </a:rPr>
                <a:t>S.Date</a:t>
              </a:r>
              <a:endParaRPr lang="en-US" sz="2800" dirty="0">
                <a:solidFill>
                  <a:srgbClr val="ED7D3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0319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E9E795-3CB8-3306-FA3C-38329E626977}"/>
              </a:ext>
            </a:extLst>
          </p:cNvPr>
          <p:cNvSpPr/>
          <p:nvPr/>
        </p:nvSpPr>
        <p:spPr>
          <a:xfrm>
            <a:off x="332509" y="686118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Category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BE723F-0356-FBE5-AA30-2299B4E0DC95}"/>
              </a:ext>
            </a:extLst>
          </p:cNvPr>
          <p:cNvSpPr/>
          <p:nvPr/>
        </p:nvSpPr>
        <p:spPr>
          <a:xfrm>
            <a:off x="2161309" y="3800302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Product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26BBE7-B5A3-97CF-2FE3-3CB036240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496" y="2585342"/>
            <a:ext cx="3112227" cy="25606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108DCE9-B8D5-E355-2816-B3A085C87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6596" y="686118"/>
            <a:ext cx="2875404" cy="1895336"/>
          </a:xfrm>
          <a:prstGeom prst="rect">
            <a:avLst/>
          </a:prstGeom>
        </p:spPr>
      </p:pic>
      <p:pic>
        <p:nvPicPr>
          <p:cNvPr id="4" name="Picture 3" descr="A picture containing white, design&#10;&#10;Description automatically generated">
            <a:extLst>
              <a:ext uri="{FF2B5EF4-FFF2-40B4-BE49-F238E27FC236}">
                <a16:creationId xmlns:a16="http://schemas.microsoft.com/office/drawing/2014/main" id="{B769FC55-3BE0-0670-7D09-F3E25A99252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" y="348343"/>
            <a:ext cx="11960206" cy="547045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49549CE-CA8D-19C8-50B4-202484547F25}"/>
              </a:ext>
            </a:extLst>
          </p:cNvPr>
          <p:cNvSpPr/>
          <p:nvPr/>
        </p:nvSpPr>
        <p:spPr>
          <a:xfrm>
            <a:off x="4496125" y="2821802"/>
            <a:ext cx="3112227" cy="953227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Order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F863CF3-9395-BE1C-8A08-B0624206DDB9}"/>
              </a:ext>
            </a:extLst>
          </p:cNvPr>
          <p:cNvGrpSpPr/>
          <p:nvPr/>
        </p:nvGrpSpPr>
        <p:grpSpPr>
          <a:xfrm>
            <a:off x="3971274" y="1661916"/>
            <a:ext cx="1334939" cy="1210706"/>
            <a:chOff x="4475018" y="2149531"/>
            <a:chExt cx="1334939" cy="121070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26F0971-815A-1457-908B-466B5B5CE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5046" y="2897945"/>
              <a:ext cx="328185" cy="462292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2E3E3A2-1B49-8833-DC26-D6F50538D502}"/>
                </a:ext>
              </a:extLst>
            </p:cNvPr>
            <p:cNvSpPr/>
            <p:nvPr/>
          </p:nvSpPr>
          <p:spPr>
            <a:xfrm>
              <a:off x="4475018" y="2149531"/>
              <a:ext cx="1334939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u="sng" dirty="0">
                  <a:solidFill>
                    <a:srgbClr val="ED7D31"/>
                  </a:solidFill>
                </a:rPr>
                <a:t>ID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69D9B99-CBE0-3302-893A-DF1E785E4ACA}"/>
              </a:ext>
            </a:extLst>
          </p:cNvPr>
          <p:cNvGrpSpPr/>
          <p:nvPr/>
        </p:nvGrpSpPr>
        <p:grpSpPr>
          <a:xfrm>
            <a:off x="5180592" y="1140744"/>
            <a:ext cx="1588813" cy="1681058"/>
            <a:chOff x="3669409" y="2085056"/>
            <a:chExt cx="1681103" cy="197975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436C06F-EC93-85F5-9610-ECF1CD1FCA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7158" y="2875292"/>
              <a:ext cx="0" cy="1189515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915CCA1-6E0D-4CD6-178D-C41CB0DBCD89}"/>
                </a:ext>
              </a:extLst>
            </p:cNvPr>
            <p:cNvSpPr/>
            <p:nvPr/>
          </p:nvSpPr>
          <p:spPr>
            <a:xfrm>
              <a:off x="3669409" y="2085056"/>
              <a:ext cx="1681103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err="1">
                  <a:solidFill>
                    <a:srgbClr val="ED7D31"/>
                  </a:solidFill>
                </a:rPr>
                <a:t>O.Date</a:t>
              </a:r>
              <a:endParaRPr lang="en-US" sz="2800" dirty="0">
                <a:solidFill>
                  <a:srgbClr val="ED7D31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63DE7FE-1772-5D51-892F-DA5A1B2C113E}"/>
              </a:ext>
            </a:extLst>
          </p:cNvPr>
          <p:cNvGrpSpPr/>
          <p:nvPr/>
        </p:nvGrpSpPr>
        <p:grpSpPr>
          <a:xfrm>
            <a:off x="6692225" y="1516018"/>
            <a:ext cx="1465298" cy="1356604"/>
            <a:chOff x="3669410" y="2085056"/>
            <a:chExt cx="1550413" cy="1597647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E174CC9-D9E1-9596-BAC3-4A41B8285C1E}"/>
                </a:ext>
              </a:extLst>
            </p:cNvPr>
            <p:cNvCxnSpPr>
              <a:cxnSpLocks/>
              <a:endCxn id="17" idx="4"/>
            </p:cNvCxnSpPr>
            <p:nvPr/>
          </p:nvCxnSpPr>
          <p:spPr>
            <a:xfrm flipV="1">
              <a:off x="3905352" y="2833470"/>
              <a:ext cx="539265" cy="849233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14B1A79-55FB-DBC5-0006-F558CAE63505}"/>
                </a:ext>
              </a:extLst>
            </p:cNvPr>
            <p:cNvSpPr/>
            <p:nvPr/>
          </p:nvSpPr>
          <p:spPr>
            <a:xfrm>
              <a:off x="3669410" y="2085056"/>
              <a:ext cx="1550413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err="1">
                  <a:solidFill>
                    <a:srgbClr val="ED7D31"/>
                  </a:solidFill>
                </a:rPr>
                <a:t>S.Date</a:t>
              </a:r>
              <a:endParaRPr lang="en-US" sz="2800" dirty="0">
                <a:solidFill>
                  <a:srgbClr val="ED7D31"/>
                </a:solidFill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56407285-FE22-4CE7-EDA4-A16DAD036A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2567" y="885503"/>
            <a:ext cx="4314921" cy="302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867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E9E795-3CB8-3306-FA3C-38329E626977}"/>
              </a:ext>
            </a:extLst>
          </p:cNvPr>
          <p:cNvSpPr/>
          <p:nvPr/>
        </p:nvSpPr>
        <p:spPr>
          <a:xfrm>
            <a:off x="332509" y="686118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Category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BE723F-0356-FBE5-AA30-2299B4E0DC95}"/>
              </a:ext>
            </a:extLst>
          </p:cNvPr>
          <p:cNvSpPr/>
          <p:nvPr/>
        </p:nvSpPr>
        <p:spPr>
          <a:xfrm>
            <a:off x="2161309" y="3800302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Product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26BBE7-B5A3-97CF-2FE3-3CB036240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496" y="2585342"/>
            <a:ext cx="3112227" cy="25606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108DCE9-B8D5-E355-2816-B3A085C87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6596" y="686118"/>
            <a:ext cx="2875404" cy="189533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4FB3CE5-E193-DBFF-7646-5B3089D5F53D}"/>
              </a:ext>
            </a:extLst>
          </p:cNvPr>
          <p:cNvGrpSpPr/>
          <p:nvPr/>
        </p:nvGrpSpPr>
        <p:grpSpPr>
          <a:xfrm>
            <a:off x="-95529" y="348343"/>
            <a:ext cx="12127871" cy="6010893"/>
            <a:chOff x="166255" y="253217"/>
            <a:chExt cx="12025744" cy="4656408"/>
          </a:xfrm>
        </p:grpSpPr>
        <p:pic>
          <p:nvPicPr>
            <p:cNvPr id="4" name="Picture 3" descr="A picture containing white, design&#10;&#10;Description automatically generated">
              <a:extLst>
                <a:ext uri="{FF2B5EF4-FFF2-40B4-BE49-F238E27FC236}">
                  <a16:creationId xmlns:a16="http://schemas.microsoft.com/office/drawing/2014/main" id="{B769FC55-3BE0-0670-7D09-F3E25A992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508" y="253217"/>
              <a:ext cx="11859491" cy="4237748"/>
            </a:xfrm>
            <a:prstGeom prst="rect">
              <a:avLst/>
            </a:prstGeom>
          </p:spPr>
        </p:pic>
        <p:pic>
          <p:nvPicPr>
            <p:cNvPr id="9" name="Picture 8" descr="A picture containing white, design&#10;&#10;Description automatically generated">
              <a:extLst>
                <a:ext uri="{FF2B5EF4-FFF2-40B4-BE49-F238E27FC236}">
                  <a16:creationId xmlns:a16="http://schemas.microsoft.com/office/drawing/2014/main" id="{9212A6A5-9305-89D3-1024-1EC18D4FA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255" y="3110057"/>
              <a:ext cx="5249808" cy="1799568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56407285-FE22-4CE7-EDA4-A16DAD036A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6917" y="686118"/>
            <a:ext cx="2470983" cy="172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961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6407285-FE22-4CE7-EDA4-A16DAD036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917" y="686118"/>
            <a:ext cx="2470983" cy="17296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9BE723F-0356-FBE5-AA30-2299B4E0DC95}"/>
              </a:ext>
            </a:extLst>
          </p:cNvPr>
          <p:cNvSpPr/>
          <p:nvPr/>
        </p:nvSpPr>
        <p:spPr>
          <a:xfrm>
            <a:off x="2161309" y="3800302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Product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26BBE7-B5A3-97CF-2FE3-3CB036240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496" y="2585342"/>
            <a:ext cx="3112227" cy="25606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108DCE9-B8D5-E355-2816-B3A085C87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6596" y="686118"/>
            <a:ext cx="2875404" cy="1895336"/>
          </a:xfrm>
          <a:prstGeom prst="rect">
            <a:avLst/>
          </a:prstGeom>
        </p:spPr>
      </p:pic>
      <p:pic>
        <p:nvPicPr>
          <p:cNvPr id="4" name="Picture 3" descr="A picture containing white, design&#10;&#10;Description automatically generated">
            <a:extLst>
              <a:ext uri="{FF2B5EF4-FFF2-40B4-BE49-F238E27FC236}">
                <a16:creationId xmlns:a16="http://schemas.microsoft.com/office/drawing/2014/main" id="{B769FC55-3BE0-0670-7D09-F3E25A99252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29" y="103492"/>
            <a:ext cx="11994371" cy="547045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FE9E795-3CB8-3306-FA3C-38329E626977}"/>
              </a:ext>
            </a:extLst>
          </p:cNvPr>
          <p:cNvSpPr/>
          <p:nvPr/>
        </p:nvSpPr>
        <p:spPr>
          <a:xfrm>
            <a:off x="1448169" y="2112940"/>
            <a:ext cx="3112226" cy="944757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Category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A66E8BC-9288-C513-28AB-4A06322EEC61}"/>
              </a:ext>
            </a:extLst>
          </p:cNvPr>
          <p:cNvGrpSpPr/>
          <p:nvPr/>
        </p:nvGrpSpPr>
        <p:grpSpPr>
          <a:xfrm>
            <a:off x="929256" y="723478"/>
            <a:ext cx="1334939" cy="1412006"/>
            <a:chOff x="4475018" y="2149531"/>
            <a:chExt cx="1334939" cy="141200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DD6A6E4-1F67-2EB8-56CC-5C9622DEB7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5046" y="2897945"/>
              <a:ext cx="545567" cy="663592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D963DBC-E132-4F35-6422-C7BFDB48295B}"/>
                </a:ext>
              </a:extLst>
            </p:cNvPr>
            <p:cNvSpPr/>
            <p:nvPr/>
          </p:nvSpPr>
          <p:spPr>
            <a:xfrm>
              <a:off x="4475018" y="2149531"/>
              <a:ext cx="1334939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u="sng" dirty="0">
                  <a:solidFill>
                    <a:srgbClr val="ED7D31"/>
                  </a:solidFill>
                </a:rPr>
                <a:t>ID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FC678D2-16E6-52C7-9ADB-512DF022675F}"/>
              </a:ext>
            </a:extLst>
          </p:cNvPr>
          <p:cNvGrpSpPr/>
          <p:nvPr/>
        </p:nvGrpSpPr>
        <p:grpSpPr>
          <a:xfrm>
            <a:off x="2249939" y="634491"/>
            <a:ext cx="1334939" cy="1441051"/>
            <a:chOff x="3669410" y="2085056"/>
            <a:chExt cx="1412482" cy="16971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734BAE2-DADC-4CA0-B601-41C9DBFB6B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4897" y="2850037"/>
              <a:ext cx="138216" cy="932119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8B064D5-A727-0C6B-729B-1175718034B3}"/>
                </a:ext>
              </a:extLst>
            </p:cNvPr>
            <p:cNvSpPr/>
            <p:nvPr/>
          </p:nvSpPr>
          <p:spPr>
            <a:xfrm>
              <a:off x="3669410" y="2085056"/>
              <a:ext cx="1412482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ED7D31"/>
                  </a:solidFill>
                </a:rPr>
                <a:t>Name</a:t>
              </a:r>
              <a:endParaRPr lang="en-US" sz="2800" dirty="0">
                <a:solidFill>
                  <a:srgbClr val="ED7D3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30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6407285-FE22-4CE7-EDA4-A16DAD036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917" y="686118"/>
            <a:ext cx="2470983" cy="17296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9BE723F-0356-FBE5-AA30-2299B4E0DC95}"/>
              </a:ext>
            </a:extLst>
          </p:cNvPr>
          <p:cNvSpPr/>
          <p:nvPr/>
        </p:nvSpPr>
        <p:spPr>
          <a:xfrm>
            <a:off x="2161309" y="3800302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Product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26BBE7-B5A3-97CF-2FE3-3CB036240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496" y="2585342"/>
            <a:ext cx="3112227" cy="25606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108DCE9-B8D5-E355-2816-B3A085C87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6596" y="686118"/>
            <a:ext cx="2875404" cy="189533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4FB3CE5-E193-DBFF-7646-5B3089D5F53D}"/>
              </a:ext>
            </a:extLst>
          </p:cNvPr>
          <p:cNvGrpSpPr/>
          <p:nvPr/>
        </p:nvGrpSpPr>
        <p:grpSpPr>
          <a:xfrm>
            <a:off x="-130629" y="103492"/>
            <a:ext cx="12322629" cy="5470451"/>
            <a:chOff x="166255" y="1120444"/>
            <a:chExt cx="12184058" cy="4237748"/>
          </a:xfrm>
        </p:grpSpPr>
        <p:pic>
          <p:nvPicPr>
            <p:cNvPr id="4" name="Picture 3" descr="A picture containing white, design&#10;&#10;Description automatically generated">
              <a:extLst>
                <a:ext uri="{FF2B5EF4-FFF2-40B4-BE49-F238E27FC236}">
                  <a16:creationId xmlns:a16="http://schemas.microsoft.com/office/drawing/2014/main" id="{B769FC55-3BE0-0670-7D09-F3E25A992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7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0822" y="1120444"/>
              <a:ext cx="11859491" cy="4237748"/>
            </a:xfrm>
            <a:prstGeom prst="rect">
              <a:avLst/>
            </a:prstGeom>
          </p:spPr>
        </p:pic>
        <p:pic>
          <p:nvPicPr>
            <p:cNvPr id="9" name="Picture 8" descr="A picture containing white, design&#10;&#10;Description automatically generated">
              <a:extLst>
                <a:ext uri="{FF2B5EF4-FFF2-40B4-BE49-F238E27FC236}">
                  <a16:creationId xmlns:a16="http://schemas.microsoft.com/office/drawing/2014/main" id="{9212A6A5-9305-89D3-1024-1EC18D4FA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7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255" y="3110057"/>
              <a:ext cx="5249808" cy="1799568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0FE9E795-3CB8-3306-FA3C-38329E626977}"/>
              </a:ext>
            </a:extLst>
          </p:cNvPr>
          <p:cNvSpPr/>
          <p:nvPr/>
        </p:nvSpPr>
        <p:spPr>
          <a:xfrm>
            <a:off x="1448169" y="2112940"/>
            <a:ext cx="3112226" cy="944757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Category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A66E8BC-9288-C513-28AB-4A06322EEC61}"/>
              </a:ext>
            </a:extLst>
          </p:cNvPr>
          <p:cNvGrpSpPr/>
          <p:nvPr/>
        </p:nvGrpSpPr>
        <p:grpSpPr>
          <a:xfrm>
            <a:off x="929256" y="723478"/>
            <a:ext cx="1334939" cy="1412006"/>
            <a:chOff x="4475018" y="2149531"/>
            <a:chExt cx="1334939" cy="141200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DD6A6E4-1F67-2EB8-56CC-5C9622DEB7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5046" y="2897945"/>
              <a:ext cx="545567" cy="663592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D963DBC-E132-4F35-6422-C7BFDB48295B}"/>
                </a:ext>
              </a:extLst>
            </p:cNvPr>
            <p:cNvSpPr/>
            <p:nvPr/>
          </p:nvSpPr>
          <p:spPr>
            <a:xfrm>
              <a:off x="4475018" y="2149531"/>
              <a:ext cx="1334939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u="sng" dirty="0">
                  <a:solidFill>
                    <a:srgbClr val="ED7D31"/>
                  </a:solidFill>
                </a:rPr>
                <a:t>ID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FC678D2-16E6-52C7-9ADB-512DF022675F}"/>
              </a:ext>
            </a:extLst>
          </p:cNvPr>
          <p:cNvGrpSpPr/>
          <p:nvPr/>
        </p:nvGrpSpPr>
        <p:grpSpPr>
          <a:xfrm>
            <a:off x="2249939" y="634491"/>
            <a:ext cx="1334939" cy="1441051"/>
            <a:chOff x="3669410" y="2085056"/>
            <a:chExt cx="1412482" cy="16971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734BAE2-DADC-4CA0-B601-41C9DBFB6B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4897" y="2850037"/>
              <a:ext cx="138216" cy="932119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8B064D5-A727-0C6B-729B-1175718034B3}"/>
                </a:ext>
              </a:extLst>
            </p:cNvPr>
            <p:cNvSpPr/>
            <p:nvPr/>
          </p:nvSpPr>
          <p:spPr>
            <a:xfrm>
              <a:off x="3669410" y="2085056"/>
              <a:ext cx="1412482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ED7D31"/>
                  </a:solidFill>
                </a:rPr>
                <a:t>Name</a:t>
              </a:r>
              <a:endParaRPr lang="en-US" sz="2800" dirty="0">
                <a:solidFill>
                  <a:srgbClr val="ED7D31"/>
                </a:solidFill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AC6B3B90-74CB-F9B9-0C71-8FF6A8C725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118" y="255005"/>
            <a:ext cx="3962317" cy="293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72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6407285-FE22-4CE7-EDA4-A16DAD036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917" y="686118"/>
            <a:ext cx="2470983" cy="17296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9BE723F-0356-FBE5-AA30-2299B4E0DC95}"/>
              </a:ext>
            </a:extLst>
          </p:cNvPr>
          <p:cNvSpPr/>
          <p:nvPr/>
        </p:nvSpPr>
        <p:spPr>
          <a:xfrm>
            <a:off x="2161309" y="3800302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Product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26BBE7-B5A3-97CF-2FE3-3CB036240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496" y="2585342"/>
            <a:ext cx="3112227" cy="25606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108DCE9-B8D5-E355-2816-B3A085C87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6596" y="686118"/>
            <a:ext cx="2875404" cy="1895336"/>
          </a:xfrm>
          <a:prstGeom prst="rect">
            <a:avLst/>
          </a:prstGeom>
        </p:spPr>
      </p:pic>
      <p:pic>
        <p:nvPicPr>
          <p:cNvPr id="4" name="Picture 3" descr="A picture containing white, design&#10;&#10;Description automatically generated">
            <a:extLst>
              <a:ext uri="{FF2B5EF4-FFF2-40B4-BE49-F238E27FC236}">
                <a16:creationId xmlns:a16="http://schemas.microsoft.com/office/drawing/2014/main" id="{B769FC55-3BE0-0670-7D09-F3E25A99252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29" y="103492"/>
            <a:ext cx="11994371" cy="54704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C6B3B90-74CB-F9B9-0C71-8FF6A8C725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629" y="103492"/>
            <a:ext cx="2470982" cy="182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924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C6B3B90-74CB-F9B9-0C71-8FF6A8C72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29" y="103492"/>
            <a:ext cx="2470982" cy="18287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6407285-FE22-4CE7-EDA4-A16DAD036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917" y="686118"/>
            <a:ext cx="2470983" cy="17296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A26BBE7-B5A3-97CF-2FE3-3CB036240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496" y="2585342"/>
            <a:ext cx="3112227" cy="25606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108DCE9-B8D5-E355-2816-B3A085C87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6596" y="686118"/>
            <a:ext cx="2875404" cy="1895336"/>
          </a:xfrm>
          <a:prstGeom prst="rect">
            <a:avLst/>
          </a:prstGeom>
        </p:spPr>
      </p:pic>
      <p:pic>
        <p:nvPicPr>
          <p:cNvPr id="4" name="Picture 3" descr="A picture containing white, design&#10;&#10;Description automatically generated">
            <a:extLst>
              <a:ext uri="{FF2B5EF4-FFF2-40B4-BE49-F238E27FC236}">
                <a16:creationId xmlns:a16="http://schemas.microsoft.com/office/drawing/2014/main" id="{B769FC55-3BE0-0670-7D09-F3E25A99252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29" y="103493"/>
            <a:ext cx="11994371" cy="54554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9BE723F-0356-FBE5-AA30-2299B4E0DC95}"/>
              </a:ext>
            </a:extLst>
          </p:cNvPr>
          <p:cNvSpPr/>
          <p:nvPr/>
        </p:nvSpPr>
        <p:spPr>
          <a:xfrm>
            <a:off x="2161309" y="3800302"/>
            <a:ext cx="1828800" cy="640080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Product</a:t>
            </a:r>
          </a:p>
        </p:txBody>
      </p:sp>
    </p:spTree>
    <p:extLst>
      <p:ext uri="{BB962C8B-B14F-4D97-AF65-F5344CB8AC3E}">
        <p14:creationId xmlns:p14="http://schemas.microsoft.com/office/powerpoint/2010/main" val="2375083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C6B3B90-74CB-F9B9-0C71-8FF6A8C72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29" y="103492"/>
            <a:ext cx="2470982" cy="18287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6407285-FE22-4CE7-EDA4-A16DAD036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917" y="686118"/>
            <a:ext cx="2470983" cy="17296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A26BBE7-B5A3-97CF-2FE3-3CB036240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496" y="2585342"/>
            <a:ext cx="3112227" cy="25606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108DCE9-B8D5-E355-2816-B3A085C87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6596" y="686118"/>
            <a:ext cx="2875404" cy="1895336"/>
          </a:xfrm>
          <a:prstGeom prst="rect">
            <a:avLst/>
          </a:prstGeom>
        </p:spPr>
      </p:pic>
      <p:pic>
        <p:nvPicPr>
          <p:cNvPr id="4" name="Picture 3" descr="A picture containing white, design&#10;&#10;Description automatically generated">
            <a:extLst>
              <a:ext uri="{FF2B5EF4-FFF2-40B4-BE49-F238E27FC236}">
                <a16:creationId xmlns:a16="http://schemas.microsoft.com/office/drawing/2014/main" id="{B769FC55-3BE0-0670-7D09-F3E25A99252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4" y="102855"/>
            <a:ext cx="11994371" cy="54554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9BE723F-0356-FBE5-AA30-2299B4E0DC95}"/>
              </a:ext>
            </a:extLst>
          </p:cNvPr>
          <p:cNvSpPr/>
          <p:nvPr/>
        </p:nvSpPr>
        <p:spPr>
          <a:xfrm>
            <a:off x="2161308" y="3429000"/>
            <a:ext cx="3112227" cy="1011382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Product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C3AE5E-F19D-4811-03C6-443E7493CFC9}"/>
              </a:ext>
            </a:extLst>
          </p:cNvPr>
          <p:cNvGrpSpPr/>
          <p:nvPr/>
        </p:nvGrpSpPr>
        <p:grpSpPr>
          <a:xfrm>
            <a:off x="1759527" y="2310411"/>
            <a:ext cx="1334939" cy="1083077"/>
            <a:chOff x="4475018" y="2149531"/>
            <a:chExt cx="1334939" cy="108307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52A6FEA-1DD8-8D14-A45E-07E90E1A65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5046" y="2897945"/>
              <a:ext cx="195028" cy="334663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7C74765-277E-77EC-5730-0228F38F5BBF}"/>
                </a:ext>
              </a:extLst>
            </p:cNvPr>
            <p:cNvSpPr/>
            <p:nvPr/>
          </p:nvSpPr>
          <p:spPr>
            <a:xfrm>
              <a:off x="4475018" y="2149531"/>
              <a:ext cx="1334939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u="sng" dirty="0">
                  <a:solidFill>
                    <a:srgbClr val="ED7D31"/>
                  </a:solidFill>
                </a:rPr>
                <a:t>ID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BA9A6E1-8791-05F2-7742-33A39D19FC73}"/>
              </a:ext>
            </a:extLst>
          </p:cNvPr>
          <p:cNvGrpSpPr/>
          <p:nvPr/>
        </p:nvGrpSpPr>
        <p:grpSpPr>
          <a:xfrm>
            <a:off x="2679342" y="1773484"/>
            <a:ext cx="1334939" cy="1707892"/>
            <a:chOff x="3669410" y="2085056"/>
            <a:chExt cx="1412482" cy="2011352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D432F2-C854-CD3D-C476-0FF7105AF950}"/>
                </a:ext>
              </a:extLst>
            </p:cNvPr>
            <p:cNvCxnSpPr>
              <a:cxnSpLocks/>
              <a:endCxn id="10" idx="4"/>
            </p:cNvCxnSpPr>
            <p:nvPr/>
          </p:nvCxnSpPr>
          <p:spPr>
            <a:xfrm flipV="1">
              <a:off x="4120002" y="2833470"/>
              <a:ext cx="255650" cy="1262938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7F75EE0-0A2C-1036-2A12-E3433DA4BC1F}"/>
                </a:ext>
              </a:extLst>
            </p:cNvPr>
            <p:cNvSpPr/>
            <p:nvPr/>
          </p:nvSpPr>
          <p:spPr>
            <a:xfrm>
              <a:off x="3669410" y="2085056"/>
              <a:ext cx="1412482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ED7D31"/>
                  </a:solidFill>
                </a:rPr>
                <a:t>Name</a:t>
              </a:r>
              <a:endParaRPr lang="en-US" sz="2800" dirty="0">
                <a:solidFill>
                  <a:srgbClr val="ED7D31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21CC34-AE3A-770D-A385-A2F93DA6F065}"/>
              </a:ext>
            </a:extLst>
          </p:cNvPr>
          <p:cNvGrpSpPr/>
          <p:nvPr/>
        </p:nvGrpSpPr>
        <p:grpSpPr>
          <a:xfrm>
            <a:off x="3400856" y="2415805"/>
            <a:ext cx="1465298" cy="1020017"/>
            <a:chOff x="3669410" y="2085056"/>
            <a:chExt cx="1550413" cy="120125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8771676-ABC2-BC92-1D98-6BFF44F19B39}"/>
                </a:ext>
              </a:extLst>
            </p:cNvPr>
            <p:cNvCxnSpPr>
              <a:cxnSpLocks/>
              <a:endCxn id="13" idx="4"/>
            </p:cNvCxnSpPr>
            <p:nvPr/>
          </p:nvCxnSpPr>
          <p:spPr>
            <a:xfrm flipV="1">
              <a:off x="4151962" y="2833470"/>
              <a:ext cx="292654" cy="452842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B747DEB-D94B-D531-4EF4-1BFBCA26EE47}"/>
                </a:ext>
              </a:extLst>
            </p:cNvPr>
            <p:cNvSpPr/>
            <p:nvPr/>
          </p:nvSpPr>
          <p:spPr>
            <a:xfrm>
              <a:off x="3669410" y="2085056"/>
              <a:ext cx="1550413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ED7D31"/>
                  </a:solidFill>
                </a:rPr>
                <a:t>Price</a:t>
              </a:r>
              <a:endParaRPr lang="en-US" sz="2800" dirty="0">
                <a:solidFill>
                  <a:srgbClr val="ED7D3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3349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C6B3B90-74CB-F9B9-0C71-8FF6A8C72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29" y="103492"/>
            <a:ext cx="2470982" cy="18287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6407285-FE22-4CE7-EDA4-A16DAD036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917" y="686118"/>
            <a:ext cx="2470983" cy="17296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A26BBE7-B5A3-97CF-2FE3-3CB036240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496" y="2585342"/>
            <a:ext cx="3112227" cy="25606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108DCE9-B8D5-E355-2816-B3A085C87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6596" y="686118"/>
            <a:ext cx="2875404" cy="1895336"/>
          </a:xfrm>
          <a:prstGeom prst="rect">
            <a:avLst/>
          </a:prstGeom>
        </p:spPr>
      </p:pic>
      <p:pic>
        <p:nvPicPr>
          <p:cNvPr id="4" name="Picture 3" descr="A picture containing white, design&#10;&#10;Description automatically generated">
            <a:extLst>
              <a:ext uri="{FF2B5EF4-FFF2-40B4-BE49-F238E27FC236}">
                <a16:creationId xmlns:a16="http://schemas.microsoft.com/office/drawing/2014/main" id="{B769FC55-3BE0-0670-7D09-F3E25A99252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4" y="102855"/>
            <a:ext cx="11994371" cy="54554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9BE723F-0356-FBE5-AA30-2299B4E0DC95}"/>
              </a:ext>
            </a:extLst>
          </p:cNvPr>
          <p:cNvSpPr/>
          <p:nvPr/>
        </p:nvSpPr>
        <p:spPr>
          <a:xfrm>
            <a:off x="2161308" y="3429000"/>
            <a:ext cx="3112227" cy="1011382"/>
          </a:xfrm>
          <a:prstGeom prst="rect">
            <a:avLst/>
          </a:prstGeom>
          <a:solidFill>
            <a:srgbClr val="5481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Product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C3AE5E-F19D-4811-03C6-443E7493CFC9}"/>
              </a:ext>
            </a:extLst>
          </p:cNvPr>
          <p:cNvGrpSpPr/>
          <p:nvPr/>
        </p:nvGrpSpPr>
        <p:grpSpPr>
          <a:xfrm>
            <a:off x="1759527" y="2310411"/>
            <a:ext cx="1334939" cy="1083077"/>
            <a:chOff x="4475018" y="2149531"/>
            <a:chExt cx="1334939" cy="108307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52A6FEA-1DD8-8D14-A45E-07E90E1A65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5046" y="2897945"/>
              <a:ext cx="195028" cy="334663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7C74765-277E-77EC-5730-0228F38F5BBF}"/>
                </a:ext>
              </a:extLst>
            </p:cNvPr>
            <p:cNvSpPr/>
            <p:nvPr/>
          </p:nvSpPr>
          <p:spPr>
            <a:xfrm>
              <a:off x="4475018" y="2149531"/>
              <a:ext cx="1334939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u="sng" dirty="0">
                  <a:solidFill>
                    <a:srgbClr val="ED7D31"/>
                  </a:solidFill>
                </a:rPr>
                <a:t>ID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BA9A6E1-8791-05F2-7742-33A39D19FC73}"/>
              </a:ext>
            </a:extLst>
          </p:cNvPr>
          <p:cNvGrpSpPr/>
          <p:nvPr/>
        </p:nvGrpSpPr>
        <p:grpSpPr>
          <a:xfrm>
            <a:off x="2679342" y="1773484"/>
            <a:ext cx="1334939" cy="1707892"/>
            <a:chOff x="3669410" y="2085056"/>
            <a:chExt cx="1412482" cy="2011352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D432F2-C854-CD3D-C476-0FF7105AF950}"/>
                </a:ext>
              </a:extLst>
            </p:cNvPr>
            <p:cNvCxnSpPr>
              <a:cxnSpLocks/>
              <a:endCxn id="10" idx="4"/>
            </p:cNvCxnSpPr>
            <p:nvPr/>
          </p:nvCxnSpPr>
          <p:spPr>
            <a:xfrm flipV="1">
              <a:off x="4120002" y="2833470"/>
              <a:ext cx="255650" cy="1262938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7F75EE0-0A2C-1036-2A12-E3433DA4BC1F}"/>
                </a:ext>
              </a:extLst>
            </p:cNvPr>
            <p:cNvSpPr/>
            <p:nvPr/>
          </p:nvSpPr>
          <p:spPr>
            <a:xfrm>
              <a:off x="3669410" y="2085056"/>
              <a:ext cx="1412482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ED7D31"/>
                  </a:solidFill>
                </a:rPr>
                <a:t>Name</a:t>
              </a:r>
              <a:endParaRPr lang="en-US" sz="2800" dirty="0">
                <a:solidFill>
                  <a:srgbClr val="ED7D31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21CC34-AE3A-770D-A385-A2F93DA6F065}"/>
              </a:ext>
            </a:extLst>
          </p:cNvPr>
          <p:cNvGrpSpPr/>
          <p:nvPr/>
        </p:nvGrpSpPr>
        <p:grpSpPr>
          <a:xfrm>
            <a:off x="3400856" y="2415805"/>
            <a:ext cx="1465298" cy="1020017"/>
            <a:chOff x="3669410" y="2085056"/>
            <a:chExt cx="1550413" cy="120125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8771676-ABC2-BC92-1D98-6BFF44F19B39}"/>
                </a:ext>
              </a:extLst>
            </p:cNvPr>
            <p:cNvCxnSpPr>
              <a:cxnSpLocks/>
              <a:endCxn id="13" idx="4"/>
            </p:cNvCxnSpPr>
            <p:nvPr/>
          </p:nvCxnSpPr>
          <p:spPr>
            <a:xfrm flipV="1">
              <a:off x="4151962" y="2833470"/>
              <a:ext cx="292654" cy="452842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B747DEB-D94B-D531-4EF4-1BFBCA26EE47}"/>
                </a:ext>
              </a:extLst>
            </p:cNvPr>
            <p:cNvSpPr/>
            <p:nvPr/>
          </p:nvSpPr>
          <p:spPr>
            <a:xfrm>
              <a:off x="3669410" y="2085056"/>
              <a:ext cx="1550413" cy="748414"/>
            </a:xfrm>
            <a:prstGeom prst="ellipse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ED7D31"/>
                  </a:solidFill>
                </a:rPr>
                <a:t>Price</a:t>
              </a:r>
              <a:endParaRPr lang="en-US" sz="2800" dirty="0">
                <a:solidFill>
                  <a:srgbClr val="ED7D31"/>
                </a:solidFill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95EE619-6888-E7A1-7A03-B6E62AB40F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2793" y="1562585"/>
            <a:ext cx="3912187" cy="299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05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C6B3B90-74CB-F9B9-0C71-8FF6A8C72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29" y="103492"/>
            <a:ext cx="2470982" cy="18287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6407285-FE22-4CE7-EDA4-A16DAD036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917" y="686118"/>
            <a:ext cx="2470983" cy="17296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A26BBE7-B5A3-97CF-2FE3-3CB036240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496" y="2585342"/>
            <a:ext cx="3112227" cy="25606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108DCE9-B8D5-E355-2816-B3A085C87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6596" y="686118"/>
            <a:ext cx="2875404" cy="1895336"/>
          </a:xfrm>
          <a:prstGeom prst="rect">
            <a:avLst/>
          </a:prstGeom>
        </p:spPr>
      </p:pic>
      <p:pic>
        <p:nvPicPr>
          <p:cNvPr id="4" name="Picture 3" descr="A picture containing white, design&#10;&#10;Description automatically generated">
            <a:extLst>
              <a:ext uri="{FF2B5EF4-FFF2-40B4-BE49-F238E27FC236}">
                <a16:creationId xmlns:a16="http://schemas.microsoft.com/office/drawing/2014/main" id="{B769FC55-3BE0-0670-7D09-F3E25A99252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4" y="102855"/>
            <a:ext cx="11994371" cy="54554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5EE619-6888-E7A1-7A03-B6E62AB40F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2794" y="2830594"/>
            <a:ext cx="2341488" cy="179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92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C6B3B90-74CB-F9B9-0C71-8FF6A8C72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29" y="103492"/>
            <a:ext cx="2470982" cy="18287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6407285-FE22-4CE7-EDA4-A16DAD036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917" y="686118"/>
            <a:ext cx="2470983" cy="17296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A26BBE7-B5A3-97CF-2FE3-3CB036240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496" y="2585342"/>
            <a:ext cx="3112227" cy="25606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108DCE9-B8D5-E355-2816-B3A085C87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6596" y="686118"/>
            <a:ext cx="2875404" cy="18953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5EE619-6888-E7A1-7A03-B6E62AB40F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2794" y="2830594"/>
            <a:ext cx="2341488" cy="179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945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C6B3B90-74CB-F9B9-0C71-8FF6A8C72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29" y="103492"/>
            <a:ext cx="2470982" cy="18287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6407285-FE22-4CE7-EDA4-A16DAD036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917" y="686118"/>
            <a:ext cx="2470983" cy="17296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A26BBE7-B5A3-97CF-2FE3-3CB036240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5003" y="2999069"/>
            <a:ext cx="3112227" cy="25606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108DCE9-B8D5-E355-2816-B3A085C87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6596" y="1152321"/>
            <a:ext cx="2875404" cy="18953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5EE619-6888-E7A1-7A03-B6E62AB40F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2794" y="2830594"/>
            <a:ext cx="2341488" cy="1791033"/>
          </a:xfrm>
          <a:prstGeom prst="rect">
            <a:avLst/>
          </a:prstGeom>
        </p:spPr>
      </p:pic>
      <p:pic>
        <p:nvPicPr>
          <p:cNvPr id="3" name="Picture 2" descr="A picture containing white, design&#10;&#10;Description automatically generated">
            <a:extLst>
              <a:ext uri="{FF2B5EF4-FFF2-40B4-BE49-F238E27FC236}">
                <a16:creationId xmlns:a16="http://schemas.microsoft.com/office/drawing/2014/main" id="{7E380904-6017-9813-F188-E76AF8A9F49A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5" y="102855"/>
            <a:ext cx="6229086" cy="2833216"/>
          </a:xfrm>
          <a:prstGeom prst="rect">
            <a:avLst/>
          </a:prstGeom>
        </p:spPr>
      </p:pic>
      <p:pic>
        <p:nvPicPr>
          <p:cNvPr id="4" name="Picture 3" descr="A picture containing white, design&#10;&#10;Description automatically generated">
            <a:extLst>
              <a:ext uri="{FF2B5EF4-FFF2-40B4-BE49-F238E27FC236}">
                <a16:creationId xmlns:a16="http://schemas.microsoft.com/office/drawing/2014/main" id="{E1C15085-FEE6-83AC-72D2-B4E88A18773D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88" y="2830594"/>
            <a:ext cx="4597446" cy="2833216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238FA9A-B722-DE42-084F-AD100D722929}"/>
              </a:ext>
            </a:extLst>
          </p:cNvPr>
          <p:cNvGrpSpPr/>
          <p:nvPr/>
        </p:nvGrpSpPr>
        <p:grpSpPr>
          <a:xfrm>
            <a:off x="7668285" y="2936071"/>
            <a:ext cx="2326741" cy="2007121"/>
            <a:chOff x="7668285" y="2936071"/>
            <a:chExt cx="2326741" cy="200712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0C37224-D799-22AD-5E0F-5D958E035CB9}"/>
                </a:ext>
              </a:extLst>
            </p:cNvPr>
            <p:cNvGrpSpPr/>
            <p:nvPr/>
          </p:nvGrpSpPr>
          <p:grpSpPr>
            <a:xfrm>
              <a:off x="7668285" y="2936071"/>
              <a:ext cx="2326741" cy="2007121"/>
              <a:chOff x="7668285" y="2936071"/>
              <a:chExt cx="2326741" cy="2007121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323F5E00-D6CC-AEF1-123D-4CD563CE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50793" y="2936071"/>
                <a:ext cx="544233" cy="984079"/>
              </a:xfrm>
              <a:prstGeom prst="line">
                <a:avLst/>
              </a:prstGeom>
              <a:ln w="28575">
                <a:solidFill>
                  <a:srgbClr val="8584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0DCF787-679D-B6CE-A0C4-37DF7EA2EC59}"/>
                  </a:ext>
                </a:extLst>
              </p:cNvPr>
              <p:cNvSpPr/>
              <p:nvPr/>
            </p:nvSpPr>
            <p:spPr>
              <a:xfrm rot="1398302">
                <a:off x="8752274" y="3792609"/>
                <a:ext cx="604165" cy="601580"/>
              </a:xfrm>
              <a:prstGeom prst="rect">
                <a:avLst/>
              </a:prstGeom>
              <a:solidFill>
                <a:srgbClr val="C5C2CC"/>
              </a:solidFill>
              <a:ln w="28575">
                <a:solidFill>
                  <a:srgbClr val="858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4D2AB682-4145-288A-92ED-EC305E6A78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68285" y="4247202"/>
                <a:ext cx="989635" cy="695990"/>
              </a:xfrm>
              <a:prstGeom prst="line">
                <a:avLst/>
              </a:prstGeom>
              <a:ln w="28575">
                <a:solidFill>
                  <a:srgbClr val="8584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D997A5D-C9EE-C3EA-30F4-8EE8A60E34A1}"/>
                </a:ext>
              </a:extLst>
            </p:cNvPr>
            <p:cNvSpPr txBox="1"/>
            <p:nvPr/>
          </p:nvSpPr>
          <p:spPr>
            <a:xfrm>
              <a:off x="8774223" y="3950294"/>
              <a:ext cx="5892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err="1"/>
                <a:t>Resb</a:t>
              </a:r>
              <a:r>
                <a:rPr lang="en-US" sz="1400" b="1" dirty="0"/>
                <a:t>.</a:t>
              </a:r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588F1BFA-45E1-67AF-A7D4-D35D549015E5}"/>
              </a:ext>
            </a:extLst>
          </p:cNvPr>
          <p:cNvSpPr/>
          <p:nvPr/>
        </p:nvSpPr>
        <p:spPr>
          <a:xfrm>
            <a:off x="9567096" y="2691777"/>
            <a:ext cx="307292" cy="307292"/>
          </a:xfrm>
          <a:prstGeom prst="ellipse">
            <a:avLst/>
          </a:prstGeom>
          <a:solidFill>
            <a:srgbClr val="E2CFD5"/>
          </a:solidFill>
          <a:ln w="38100">
            <a:solidFill>
              <a:srgbClr val="9034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A324D"/>
                </a:solidFill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3D1B254-92D9-AFA3-8E71-DA1E6AAB000A}"/>
              </a:ext>
            </a:extLst>
          </p:cNvPr>
          <p:cNvSpPr/>
          <p:nvPr/>
        </p:nvSpPr>
        <p:spPr>
          <a:xfrm>
            <a:off x="7767284" y="5006190"/>
            <a:ext cx="307292" cy="307292"/>
          </a:xfrm>
          <a:prstGeom prst="ellipse">
            <a:avLst/>
          </a:prstGeom>
          <a:solidFill>
            <a:srgbClr val="E2CFD5"/>
          </a:solidFill>
          <a:ln w="38100">
            <a:solidFill>
              <a:srgbClr val="9034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A324D"/>
                </a:solidFill>
              </a:rPr>
              <a:t>M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40CF60-A493-C44A-81D8-BBE81F23650E}"/>
              </a:ext>
            </a:extLst>
          </p:cNvPr>
          <p:cNvGrpSpPr/>
          <p:nvPr/>
        </p:nvGrpSpPr>
        <p:grpSpPr>
          <a:xfrm>
            <a:off x="7646825" y="4239232"/>
            <a:ext cx="1066683" cy="791522"/>
            <a:chOff x="9373745" y="4477990"/>
            <a:chExt cx="1066683" cy="791522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4FF6BF3-7D4D-E767-7C37-20A09E50B0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6665" y="4477990"/>
              <a:ext cx="989635" cy="695990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6ACC113-8CBD-89F1-7C4D-43B27A1D6B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3745" y="4522172"/>
              <a:ext cx="1066683" cy="747340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5513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C6B3B90-74CB-F9B9-0C71-8FF6A8C72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29" y="103492"/>
            <a:ext cx="2470982" cy="18287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6407285-FE22-4CE7-EDA4-A16DAD036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917" y="686118"/>
            <a:ext cx="2470983" cy="17296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A26BBE7-B5A3-97CF-2FE3-3CB036240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5003" y="2999069"/>
            <a:ext cx="3112227" cy="25606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108DCE9-B8D5-E355-2816-B3A085C87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6596" y="1152321"/>
            <a:ext cx="2875404" cy="18953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5EE619-6888-E7A1-7A03-B6E62AB40F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2794" y="2830594"/>
            <a:ext cx="2341488" cy="1791033"/>
          </a:xfrm>
          <a:prstGeom prst="rect">
            <a:avLst/>
          </a:prstGeom>
        </p:spPr>
      </p:pic>
      <p:pic>
        <p:nvPicPr>
          <p:cNvPr id="3" name="Picture 2" descr="A picture containing white, design&#10;&#10;Description automatically generated">
            <a:extLst>
              <a:ext uri="{FF2B5EF4-FFF2-40B4-BE49-F238E27FC236}">
                <a16:creationId xmlns:a16="http://schemas.microsoft.com/office/drawing/2014/main" id="{7E380904-6017-9813-F188-E76AF8A9F49A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5" y="102855"/>
            <a:ext cx="6229086" cy="2833216"/>
          </a:xfrm>
          <a:prstGeom prst="rect">
            <a:avLst/>
          </a:prstGeom>
        </p:spPr>
      </p:pic>
      <p:pic>
        <p:nvPicPr>
          <p:cNvPr id="4" name="Picture 3" descr="A picture containing white, design&#10;&#10;Description automatically generated">
            <a:extLst>
              <a:ext uri="{FF2B5EF4-FFF2-40B4-BE49-F238E27FC236}">
                <a16:creationId xmlns:a16="http://schemas.microsoft.com/office/drawing/2014/main" id="{E1C15085-FEE6-83AC-72D2-B4E88A18773D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88" y="2830594"/>
            <a:ext cx="4597446" cy="2833216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238FA9A-B722-DE42-084F-AD100D722929}"/>
              </a:ext>
            </a:extLst>
          </p:cNvPr>
          <p:cNvGrpSpPr/>
          <p:nvPr/>
        </p:nvGrpSpPr>
        <p:grpSpPr>
          <a:xfrm>
            <a:off x="7668285" y="2936071"/>
            <a:ext cx="2326741" cy="2007121"/>
            <a:chOff x="7668285" y="2936071"/>
            <a:chExt cx="2326741" cy="200712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0C37224-D799-22AD-5E0F-5D958E035CB9}"/>
                </a:ext>
              </a:extLst>
            </p:cNvPr>
            <p:cNvGrpSpPr/>
            <p:nvPr/>
          </p:nvGrpSpPr>
          <p:grpSpPr>
            <a:xfrm>
              <a:off x="7668285" y="2936071"/>
              <a:ext cx="2326741" cy="2007121"/>
              <a:chOff x="7668285" y="2936071"/>
              <a:chExt cx="2326741" cy="2007121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323F5E00-D6CC-AEF1-123D-4CD563CE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50793" y="2936071"/>
                <a:ext cx="544233" cy="984079"/>
              </a:xfrm>
              <a:prstGeom prst="line">
                <a:avLst/>
              </a:prstGeom>
              <a:ln w="28575">
                <a:solidFill>
                  <a:srgbClr val="8584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0DCF787-679D-B6CE-A0C4-37DF7EA2EC59}"/>
                  </a:ext>
                </a:extLst>
              </p:cNvPr>
              <p:cNvSpPr/>
              <p:nvPr/>
            </p:nvSpPr>
            <p:spPr>
              <a:xfrm rot="1398302">
                <a:off x="8752274" y="3792609"/>
                <a:ext cx="604165" cy="601580"/>
              </a:xfrm>
              <a:prstGeom prst="rect">
                <a:avLst/>
              </a:prstGeom>
              <a:solidFill>
                <a:srgbClr val="C5C2CC"/>
              </a:solidFill>
              <a:ln w="28575">
                <a:solidFill>
                  <a:srgbClr val="858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4D2AB682-4145-288A-92ED-EC305E6A78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68285" y="4247202"/>
                <a:ext cx="989635" cy="695990"/>
              </a:xfrm>
              <a:prstGeom prst="line">
                <a:avLst/>
              </a:prstGeom>
              <a:ln w="28575">
                <a:solidFill>
                  <a:srgbClr val="8584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D997A5D-C9EE-C3EA-30F4-8EE8A60E34A1}"/>
                </a:ext>
              </a:extLst>
            </p:cNvPr>
            <p:cNvSpPr txBox="1"/>
            <p:nvPr/>
          </p:nvSpPr>
          <p:spPr>
            <a:xfrm>
              <a:off x="8774223" y="3950294"/>
              <a:ext cx="5892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err="1"/>
                <a:t>Resb</a:t>
              </a:r>
              <a:r>
                <a:rPr lang="en-US" sz="1400" b="1" dirty="0"/>
                <a:t>.</a:t>
              </a:r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588F1BFA-45E1-67AF-A7D4-D35D549015E5}"/>
              </a:ext>
            </a:extLst>
          </p:cNvPr>
          <p:cNvSpPr/>
          <p:nvPr/>
        </p:nvSpPr>
        <p:spPr>
          <a:xfrm>
            <a:off x="9567096" y="2691777"/>
            <a:ext cx="307292" cy="307292"/>
          </a:xfrm>
          <a:prstGeom prst="ellipse">
            <a:avLst/>
          </a:prstGeom>
          <a:solidFill>
            <a:srgbClr val="E2CFD5"/>
          </a:solidFill>
          <a:ln w="38100">
            <a:solidFill>
              <a:srgbClr val="9034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A324D"/>
                </a:solidFill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3D1B254-92D9-AFA3-8E71-DA1E6AAB000A}"/>
              </a:ext>
            </a:extLst>
          </p:cNvPr>
          <p:cNvSpPr/>
          <p:nvPr/>
        </p:nvSpPr>
        <p:spPr>
          <a:xfrm>
            <a:off x="7767284" y="5006190"/>
            <a:ext cx="307292" cy="307292"/>
          </a:xfrm>
          <a:prstGeom prst="ellipse">
            <a:avLst/>
          </a:prstGeom>
          <a:solidFill>
            <a:srgbClr val="E2CFD5"/>
          </a:solidFill>
          <a:ln w="38100">
            <a:solidFill>
              <a:srgbClr val="9034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A324D"/>
                </a:solidFill>
              </a:rPr>
              <a:t>M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40CF60-A493-C44A-81D8-BBE81F23650E}"/>
              </a:ext>
            </a:extLst>
          </p:cNvPr>
          <p:cNvGrpSpPr/>
          <p:nvPr/>
        </p:nvGrpSpPr>
        <p:grpSpPr>
          <a:xfrm>
            <a:off x="7646825" y="4239232"/>
            <a:ext cx="1066683" cy="791522"/>
            <a:chOff x="9373745" y="4477990"/>
            <a:chExt cx="1066683" cy="791522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4FF6BF3-7D4D-E767-7C37-20A09E50B0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6665" y="4477990"/>
              <a:ext cx="989635" cy="695990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6ACC113-8CBD-89F1-7C4D-43B27A1D6B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3745" y="4522172"/>
              <a:ext cx="1066683" cy="747340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575B3B4-135A-C7BF-2D88-FD90883EB6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9672" y="666779"/>
            <a:ext cx="8252713" cy="550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52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>
            <a:extLst>
              <a:ext uri="{FF2B5EF4-FFF2-40B4-BE49-F238E27FC236}">
                <a16:creationId xmlns:a16="http://schemas.microsoft.com/office/drawing/2014/main" id="{2B5635AA-5CCF-9F6D-3B63-F2F34D570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124" y="1346967"/>
            <a:ext cx="4184578" cy="416406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2CA22D7D-984A-7C37-F340-089E15235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908" y="708227"/>
            <a:ext cx="3310505" cy="2317353"/>
          </a:xfrm>
          <a:prstGeom prst="rect">
            <a:avLst/>
          </a:prstGeom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365475C7-BEFA-C9E0-5CD5-CF75D6D5251E}"/>
              </a:ext>
            </a:extLst>
          </p:cNvPr>
          <p:cNvGrpSpPr/>
          <p:nvPr/>
        </p:nvGrpSpPr>
        <p:grpSpPr>
          <a:xfrm rot="5213162">
            <a:off x="5357870" y="1999017"/>
            <a:ext cx="1833684" cy="3444191"/>
            <a:chOff x="7641788" y="1565781"/>
            <a:chExt cx="1833684" cy="3444191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A8D66713-D99F-04AF-847B-D01EBB170087}"/>
                </a:ext>
              </a:extLst>
            </p:cNvPr>
            <p:cNvGrpSpPr/>
            <p:nvPr/>
          </p:nvGrpSpPr>
          <p:grpSpPr>
            <a:xfrm>
              <a:off x="7641788" y="1565781"/>
              <a:ext cx="1833684" cy="3444191"/>
              <a:chOff x="7641788" y="1565781"/>
              <a:chExt cx="1833684" cy="3444191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5A2CED5E-D51F-7F38-BAB2-67C1A2CD2796}"/>
                  </a:ext>
                </a:extLst>
              </p:cNvPr>
              <p:cNvCxnSpPr>
                <a:cxnSpLocks/>
              </p:cNvCxnSpPr>
              <p:nvPr/>
            </p:nvCxnSpPr>
            <p:spPr>
              <a:xfrm rot="16386838" flipH="1" flipV="1">
                <a:off x="8327154" y="2583439"/>
                <a:ext cx="2165976" cy="130660"/>
              </a:xfrm>
              <a:prstGeom prst="line">
                <a:avLst/>
              </a:prstGeom>
              <a:ln w="28575">
                <a:solidFill>
                  <a:srgbClr val="8584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5327F832-73C4-D41A-993C-5CA098B19627}"/>
                  </a:ext>
                </a:extLst>
              </p:cNvPr>
              <p:cNvSpPr/>
              <p:nvPr/>
            </p:nvSpPr>
            <p:spPr>
              <a:xfrm rot="1398302">
                <a:off x="8587218" y="3588812"/>
                <a:ext cx="604165" cy="601580"/>
              </a:xfrm>
              <a:prstGeom prst="rect">
                <a:avLst/>
              </a:prstGeom>
              <a:solidFill>
                <a:srgbClr val="C5C2CC"/>
              </a:solidFill>
              <a:ln w="28575">
                <a:solidFill>
                  <a:srgbClr val="858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3697E872-32F0-519F-0CDE-F514D671A12A}"/>
                  </a:ext>
                </a:extLst>
              </p:cNvPr>
              <p:cNvCxnSpPr>
                <a:cxnSpLocks/>
              </p:cNvCxnSpPr>
              <p:nvPr/>
            </p:nvCxnSpPr>
            <p:spPr>
              <a:xfrm rot="16386838" flipH="1" flipV="1">
                <a:off x="7569172" y="4112939"/>
                <a:ext cx="969649" cy="824418"/>
              </a:xfrm>
              <a:prstGeom prst="line">
                <a:avLst/>
              </a:prstGeom>
              <a:ln w="28575">
                <a:solidFill>
                  <a:srgbClr val="8584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4FC5BD3-967F-B37B-0E4A-3EC2FFE9A7C7}"/>
                </a:ext>
              </a:extLst>
            </p:cNvPr>
            <p:cNvSpPr txBox="1"/>
            <p:nvPr/>
          </p:nvSpPr>
          <p:spPr>
            <a:xfrm rot="16386838">
              <a:off x="8659028" y="375192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Has</a:t>
              </a:r>
            </a:p>
          </p:txBody>
        </p:sp>
      </p:grpSp>
      <p:sp>
        <p:nvSpPr>
          <p:cNvPr id="78" name="Oval 77">
            <a:extLst>
              <a:ext uri="{FF2B5EF4-FFF2-40B4-BE49-F238E27FC236}">
                <a16:creationId xmlns:a16="http://schemas.microsoft.com/office/drawing/2014/main" id="{BCD189FD-AC0C-C570-6AFF-FCB341A18443}"/>
              </a:ext>
            </a:extLst>
          </p:cNvPr>
          <p:cNvSpPr/>
          <p:nvPr/>
        </p:nvSpPr>
        <p:spPr>
          <a:xfrm>
            <a:off x="7483219" y="4659792"/>
            <a:ext cx="307292" cy="307292"/>
          </a:xfrm>
          <a:prstGeom prst="ellipse">
            <a:avLst/>
          </a:prstGeom>
          <a:solidFill>
            <a:srgbClr val="E2CFD5"/>
          </a:solidFill>
          <a:ln w="38100">
            <a:solidFill>
              <a:srgbClr val="9034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A324D"/>
                </a:solidFill>
              </a:rPr>
              <a:t>1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491A7089-1EA0-EC0D-0B48-0700CA5DEEEE}"/>
              </a:ext>
            </a:extLst>
          </p:cNvPr>
          <p:cNvSpPr/>
          <p:nvPr/>
        </p:nvSpPr>
        <p:spPr>
          <a:xfrm>
            <a:off x="4667121" y="2564643"/>
            <a:ext cx="307292" cy="307292"/>
          </a:xfrm>
          <a:prstGeom prst="ellipse">
            <a:avLst/>
          </a:prstGeom>
          <a:solidFill>
            <a:srgbClr val="E2CFD5"/>
          </a:solidFill>
          <a:ln w="38100">
            <a:solidFill>
              <a:srgbClr val="9034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A324D"/>
                </a:solidFill>
              </a:rPr>
              <a:t>M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1BAFC50-2D07-BF12-FCA2-6CC7EC223ECF}"/>
              </a:ext>
            </a:extLst>
          </p:cNvPr>
          <p:cNvGrpSpPr/>
          <p:nvPr/>
        </p:nvGrpSpPr>
        <p:grpSpPr>
          <a:xfrm rot="4611844">
            <a:off x="4405422" y="2761757"/>
            <a:ext cx="989635" cy="1005472"/>
            <a:chOff x="9416665" y="4375708"/>
            <a:chExt cx="989635" cy="1005472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D70D986-FAF1-7B90-9621-BFD52763FB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6665" y="4477990"/>
              <a:ext cx="989635" cy="695990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DFED57F-F780-0A4C-4B88-CABD85E8DA50}"/>
                </a:ext>
              </a:extLst>
            </p:cNvPr>
            <p:cNvCxnSpPr>
              <a:cxnSpLocks/>
            </p:cNvCxnSpPr>
            <p:nvPr/>
          </p:nvCxnSpPr>
          <p:spPr>
            <a:xfrm rot="16988156" flipH="1" flipV="1">
              <a:off x="9407391" y="4444972"/>
              <a:ext cx="1005472" cy="866943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002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31AF2A0-6754-CF7D-D9A5-5DEDB8B41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28" y="103492"/>
            <a:ext cx="3429991" cy="253844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BEB8B76-DF93-314E-78EE-B3FDDCF9B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88512"/>
            <a:ext cx="4008477" cy="306613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936AA834-08BA-1D3E-9482-681E65DF725C}"/>
              </a:ext>
            </a:extLst>
          </p:cNvPr>
          <p:cNvGrpSpPr/>
          <p:nvPr/>
        </p:nvGrpSpPr>
        <p:grpSpPr>
          <a:xfrm rot="5213162">
            <a:off x="4004747" y="1672278"/>
            <a:ext cx="2133230" cy="3346109"/>
            <a:chOff x="7342242" y="1565781"/>
            <a:chExt cx="2133230" cy="3346109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2E39222-3460-F19D-CC89-5EC5BEBE10A8}"/>
                </a:ext>
              </a:extLst>
            </p:cNvPr>
            <p:cNvGrpSpPr/>
            <p:nvPr/>
          </p:nvGrpSpPr>
          <p:grpSpPr>
            <a:xfrm>
              <a:off x="7342242" y="1565781"/>
              <a:ext cx="2133230" cy="3346109"/>
              <a:chOff x="7342242" y="1565781"/>
              <a:chExt cx="2133230" cy="3346109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9909FB3A-A287-A18D-C212-E97272864448}"/>
                  </a:ext>
                </a:extLst>
              </p:cNvPr>
              <p:cNvCxnSpPr>
                <a:cxnSpLocks/>
              </p:cNvCxnSpPr>
              <p:nvPr/>
            </p:nvCxnSpPr>
            <p:spPr>
              <a:xfrm rot="16386838" flipH="1" flipV="1">
                <a:off x="8327154" y="2583439"/>
                <a:ext cx="2165976" cy="130660"/>
              </a:xfrm>
              <a:prstGeom prst="line">
                <a:avLst/>
              </a:prstGeom>
              <a:ln w="28575">
                <a:solidFill>
                  <a:srgbClr val="8584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B8CE004-DD95-F354-3AF0-CA3DA4E8E260}"/>
                  </a:ext>
                </a:extLst>
              </p:cNvPr>
              <p:cNvSpPr/>
              <p:nvPr/>
            </p:nvSpPr>
            <p:spPr>
              <a:xfrm rot="1398302">
                <a:off x="8587218" y="3588812"/>
                <a:ext cx="604165" cy="601580"/>
              </a:xfrm>
              <a:prstGeom prst="rect">
                <a:avLst/>
              </a:prstGeom>
              <a:solidFill>
                <a:srgbClr val="C5C2CC"/>
              </a:solidFill>
              <a:ln w="28575">
                <a:solidFill>
                  <a:srgbClr val="858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8C73BEE1-D894-F050-E7E3-4E73CADA5E4D}"/>
                  </a:ext>
                </a:extLst>
              </p:cNvPr>
              <p:cNvCxnSpPr>
                <a:cxnSpLocks/>
              </p:cNvCxnSpPr>
              <p:nvPr/>
            </p:nvCxnSpPr>
            <p:spPr>
              <a:xfrm rot="16386838" flipH="1" flipV="1">
                <a:off x="7465702" y="3908721"/>
                <a:ext cx="879709" cy="1126630"/>
              </a:xfrm>
              <a:prstGeom prst="line">
                <a:avLst/>
              </a:prstGeom>
              <a:ln w="28575">
                <a:solidFill>
                  <a:srgbClr val="8584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A5D535B-84CB-EDC7-7A74-C8D7292FDB06}"/>
                </a:ext>
              </a:extLst>
            </p:cNvPr>
            <p:cNvSpPr txBox="1"/>
            <p:nvPr/>
          </p:nvSpPr>
          <p:spPr>
            <a:xfrm rot="16386838">
              <a:off x="8659028" y="375192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Has</a:t>
              </a:r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2446B49-126B-2F7F-B4CB-ABA0C4A03C3E}"/>
              </a:ext>
            </a:extLst>
          </p:cNvPr>
          <p:cNvSpPr/>
          <p:nvPr/>
        </p:nvSpPr>
        <p:spPr>
          <a:xfrm>
            <a:off x="3505349" y="2180997"/>
            <a:ext cx="307292" cy="307292"/>
          </a:xfrm>
          <a:prstGeom prst="ellipse">
            <a:avLst/>
          </a:prstGeom>
          <a:solidFill>
            <a:srgbClr val="E2CFD5"/>
          </a:solidFill>
          <a:ln w="38100">
            <a:solidFill>
              <a:srgbClr val="9034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A324D"/>
                </a:solidFill>
              </a:rPr>
              <a:t>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9821A30-D6ED-24BC-3094-20DA45BEAEFB}"/>
              </a:ext>
            </a:extLst>
          </p:cNvPr>
          <p:cNvSpPr/>
          <p:nvPr/>
        </p:nvSpPr>
        <p:spPr>
          <a:xfrm>
            <a:off x="6096000" y="4458218"/>
            <a:ext cx="307292" cy="307292"/>
          </a:xfrm>
          <a:prstGeom prst="ellipse">
            <a:avLst/>
          </a:prstGeom>
          <a:solidFill>
            <a:srgbClr val="E2CFD5"/>
          </a:solidFill>
          <a:ln w="38100">
            <a:solidFill>
              <a:srgbClr val="9034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A324D"/>
                </a:solidFill>
              </a:rPr>
              <a:t>M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29B2E54-6AA2-3E13-CD5B-FF636FE691E7}"/>
              </a:ext>
            </a:extLst>
          </p:cNvPr>
          <p:cNvGrpSpPr/>
          <p:nvPr/>
        </p:nvGrpSpPr>
        <p:grpSpPr>
          <a:xfrm rot="2251608">
            <a:off x="4819947" y="3694393"/>
            <a:ext cx="1605699" cy="1162703"/>
            <a:chOff x="9373745" y="4477990"/>
            <a:chExt cx="1066683" cy="791522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1ACBFC1-150B-8220-B487-D93AE1B9CB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6665" y="4477990"/>
              <a:ext cx="989635" cy="695990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60559A3-D5E3-8FFF-FE80-B5B8F79A09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3745" y="4522172"/>
              <a:ext cx="1066683" cy="747340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2749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DAD09C-AE20-1328-EE59-A5D20BAD4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406" y="611166"/>
            <a:ext cx="3174220" cy="22219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BCA230-D032-27CD-9277-908AA7097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582" y="2815603"/>
            <a:ext cx="3119291" cy="23859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707F4C5-1ABB-1DAA-1DF4-16F6218A0E41}"/>
              </a:ext>
            </a:extLst>
          </p:cNvPr>
          <p:cNvGrpSpPr/>
          <p:nvPr/>
        </p:nvGrpSpPr>
        <p:grpSpPr>
          <a:xfrm rot="11551127">
            <a:off x="4791881" y="2497245"/>
            <a:ext cx="2161680" cy="1943341"/>
            <a:chOff x="7233634" y="2857626"/>
            <a:chExt cx="2161680" cy="194334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823020-D841-3223-4D13-5562568A2A7B}"/>
                </a:ext>
              </a:extLst>
            </p:cNvPr>
            <p:cNvGrpSpPr/>
            <p:nvPr/>
          </p:nvGrpSpPr>
          <p:grpSpPr>
            <a:xfrm>
              <a:off x="7233634" y="2857626"/>
              <a:ext cx="2161680" cy="1943341"/>
              <a:chOff x="7233634" y="2857626"/>
              <a:chExt cx="2161680" cy="1943341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87492A0D-B5B1-BB2D-CA44-1E237594692E}"/>
                  </a:ext>
                </a:extLst>
              </p:cNvPr>
              <p:cNvCxnSpPr>
                <a:cxnSpLocks/>
              </p:cNvCxnSpPr>
              <p:nvPr/>
            </p:nvCxnSpPr>
            <p:spPr>
              <a:xfrm rot="10048873" flipV="1">
                <a:off x="8666669" y="2857626"/>
                <a:ext cx="728645" cy="843198"/>
              </a:xfrm>
              <a:prstGeom prst="line">
                <a:avLst/>
              </a:prstGeom>
              <a:ln w="28575">
                <a:solidFill>
                  <a:srgbClr val="8584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40625A0-2FEA-B136-7497-FD53050996D6}"/>
                  </a:ext>
                </a:extLst>
              </p:cNvPr>
              <p:cNvSpPr/>
              <p:nvPr/>
            </p:nvSpPr>
            <p:spPr>
              <a:xfrm rot="1398302">
                <a:off x="8068928" y="3628999"/>
                <a:ext cx="604165" cy="601580"/>
              </a:xfrm>
              <a:prstGeom prst="rect">
                <a:avLst/>
              </a:prstGeom>
              <a:solidFill>
                <a:srgbClr val="C5C2CC"/>
              </a:solidFill>
              <a:ln w="28575">
                <a:solidFill>
                  <a:srgbClr val="858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7A29DFB4-1110-E8F7-E024-12218C28E38C}"/>
                  </a:ext>
                </a:extLst>
              </p:cNvPr>
              <p:cNvCxnSpPr>
                <a:cxnSpLocks/>
              </p:cNvCxnSpPr>
              <p:nvPr/>
            </p:nvCxnSpPr>
            <p:spPr>
              <a:xfrm rot="10048873" flipV="1">
                <a:off x="7233634" y="4100717"/>
                <a:ext cx="811944" cy="700250"/>
              </a:xfrm>
              <a:prstGeom prst="line">
                <a:avLst/>
              </a:prstGeom>
              <a:ln w="28575">
                <a:solidFill>
                  <a:srgbClr val="8584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3E70E1A-6A06-9E75-0D53-1690FF6AB1C4}"/>
                </a:ext>
              </a:extLst>
            </p:cNvPr>
            <p:cNvSpPr txBox="1"/>
            <p:nvPr/>
          </p:nvSpPr>
          <p:spPr>
            <a:xfrm rot="8853124">
              <a:off x="8124183" y="3779773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Has</a:t>
              </a:r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567248A0-308F-242D-1FA2-6B8940D3D502}"/>
              </a:ext>
            </a:extLst>
          </p:cNvPr>
          <p:cNvSpPr/>
          <p:nvPr/>
        </p:nvSpPr>
        <p:spPr>
          <a:xfrm>
            <a:off x="4910807" y="4272196"/>
            <a:ext cx="307292" cy="307292"/>
          </a:xfrm>
          <a:prstGeom prst="ellipse">
            <a:avLst/>
          </a:prstGeom>
          <a:solidFill>
            <a:srgbClr val="E2CFD5"/>
          </a:solidFill>
          <a:ln w="38100">
            <a:solidFill>
              <a:srgbClr val="9034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A324D"/>
                </a:solidFill>
              </a:rPr>
              <a:t>M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346952-A8B3-8451-C297-21D70D17E3DC}"/>
              </a:ext>
            </a:extLst>
          </p:cNvPr>
          <p:cNvSpPr/>
          <p:nvPr/>
        </p:nvSpPr>
        <p:spPr>
          <a:xfrm>
            <a:off x="6530485" y="2356063"/>
            <a:ext cx="307292" cy="307292"/>
          </a:xfrm>
          <a:prstGeom prst="ellipse">
            <a:avLst/>
          </a:prstGeom>
          <a:solidFill>
            <a:srgbClr val="E2CFD5"/>
          </a:solidFill>
          <a:ln w="38100">
            <a:solidFill>
              <a:srgbClr val="9034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A324D"/>
                </a:solidFill>
              </a:rPr>
              <a:t>M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DBC38EB-3CF5-6E9D-5181-D58E993A2550}"/>
              </a:ext>
            </a:extLst>
          </p:cNvPr>
          <p:cNvGrpSpPr/>
          <p:nvPr/>
        </p:nvGrpSpPr>
        <p:grpSpPr>
          <a:xfrm rot="10414788">
            <a:off x="6232935" y="2675221"/>
            <a:ext cx="731537" cy="650471"/>
            <a:chOff x="9395344" y="4855869"/>
            <a:chExt cx="485968" cy="442815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F6DD2A1-C7E3-3B5D-D3CB-932488D138FC}"/>
                </a:ext>
              </a:extLst>
            </p:cNvPr>
            <p:cNvCxnSpPr>
              <a:cxnSpLocks/>
            </p:cNvCxnSpPr>
            <p:nvPr/>
          </p:nvCxnSpPr>
          <p:spPr>
            <a:xfrm rot="11185212" flipV="1">
              <a:off x="9434076" y="4855869"/>
              <a:ext cx="415304" cy="342982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C648BC4-7B4B-EE5F-147A-756B779148A4}"/>
                </a:ext>
              </a:extLst>
            </p:cNvPr>
            <p:cNvCxnSpPr>
              <a:cxnSpLocks/>
            </p:cNvCxnSpPr>
            <p:nvPr/>
          </p:nvCxnSpPr>
          <p:spPr>
            <a:xfrm rot="11185212" flipV="1">
              <a:off x="9395344" y="4874892"/>
              <a:ext cx="485968" cy="423792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B0DE4B2-DF40-5D36-94C5-80F9C83CF8DE}"/>
              </a:ext>
            </a:extLst>
          </p:cNvPr>
          <p:cNvGrpSpPr/>
          <p:nvPr/>
        </p:nvGrpSpPr>
        <p:grpSpPr>
          <a:xfrm>
            <a:off x="4689683" y="1672256"/>
            <a:ext cx="1376239" cy="1287013"/>
            <a:chOff x="4475018" y="2149531"/>
            <a:chExt cx="1334939" cy="121070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FD9F5D0-B15B-8213-C882-B5564B2169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5046" y="2897945"/>
              <a:ext cx="328185" cy="462292"/>
            </a:xfrm>
            <a:prstGeom prst="line">
              <a:avLst/>
            </a:prstGeom>
            <a:ln w="57150">
              <a:solidFill>
                <a:srgbClr val="85849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CB6E89D-4893-8BF5-F68A-90AA49EE47E0}"/>
                </a:ext>
              </a:extLst>
            </p:cNvPr>
            <p:cNvSpPr/>
            <p:nvPr/>
          </p:nvSpPr>
          <p:spPr>
            <a:xfrm>
              <a:off x="4475018" y="2149531"/>
              <a:ext cx="1334939" cy="748414"/>
            </a:xfrm>
            <a:prstGeom prst="ellipse">
              <a:avLst/>
            </a:prstGeom>
            <a:ln w="38100">
              <a:solidFill>
                <a:srgbClr val="85849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858490"/>
                  </a:solidFill>
                </a:rPr>
                <a:t>Qty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837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978FB40A-8CEA-6273-37C9-D0C580171F82}"/>
              </a:ext>
            </a:extLst>
          </p:cNvPr>
          <p:cNvGrpSpPr/>
          <p:nvPr/>
        </p:nvGrpSpPr>
        <p:grpSpPr>
          <a:xfrm>
            <a:off x="-2476066" y="2578856"/>
            <a:ext cx="14521346" cy="3854318"/>
            <a:chOff x="-2476066" y="2578856"/>
            <a:chExt cx="14521346" cy="385431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711C43E-011D-C705-C0BE-D2D290DBC971}"/>
                </a:ext>
              </a:extLst>
            </p:cNvPr>
            <p:cNvGrpSpPr/>
            <p:nvPr/>
          </p:nvGrpSpPr>
          <p:grpSpPr>
            <a:xfrm>
              <a:off x="-2476066" y="2578856"/>
              <a:ext cx="14521346" cy="3854318"/>
              <a:chOff x="-2476066" y="2578856"/>
              <a:chExt cx="14521346" cy="3854318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D557B3E1-8553-DF53-336E-D34DE2124F93}"/>
                  </a:ext>
                </a:extLst>
              </p:cNvPr>
              <p:cNvGrpSpPr/>
              <p:nvPr/>
            </p:nvGrpSpPr>
            <p:grpSpPr>
              <a:xfrm>
                <a:off x="2611292" y="2578856"/>
                <a:ext cx="9433988" cy="3854318"/>
                <a:chOff x="2679386" y="1752004"/>
                <a:chExt cx="9433988" cy="3854318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D5D4DA20-F8F8-6B50-F30B-D9206DE43EF1}"/>
                    </a:ext>
                  </a:extLst>
                </p:cNvPr>
                <p:cNvGrpSpPr/>
                <p:nvPr/>
              </p:nvGrpSpPr>
              <p:grpSpPr>
                <a:xfrm>
                  <a:off x="2679386" y="1752004"/>
                  <a:ext cx="9433988" cy="3854318"/>
                  <a:chOff x="2784317" y="252987"/>
                  <a:chExt cx="9433988" cy="3854318"/>
                </a:xfrm>
              </p:grpSpPr>
              <p:pic>
                <p:nvPicPr>
                  <p:cNvPr id="5" name="Picture 4">
                    <a:extLst>
                      <a:ext uri="{FF2B5EF4-FFF2-40B4-BE49-F238E27FC236}">
                        <a16:creationId xmlns:a16="http://schemas.microsoft.com/office/drawing/2014/main" id="{B9D162BC-71C6-A2F6-53A8-1EC513B961C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7016784" y="252987"/>
                    <a:ext cx="5201521" cy="3504122"/>
                  </a:xfrm>
                  <a:prstGeom prst="rect">
                    <a:avLst/>
                  </a:prstGeom>
                </p:spPr>
              </p:pic>
              <p:pic>
                <p:nvPicPr>
                  <p:cNvPr id="7" name="Picture 6">
                    <a:extLst>
                      <a:ext uri="{FF2B5EF4-FFF2-40B4-BE49-F238E27FC236}">
                        <a16:creationId xmlns:a16="http://schemas.microsoft.com/office/drawing/2014/main" id="{49B7CDCE-4565-F17C-E841-6F4816BFEB0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784317" y="931419"/>
                    <a:ext cx="6515839" cy="3175886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2E6EF3C2-227F-0207-D667-20443D0386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120647" y="3128682"/>
                  <a:ext cx="3074229" cy="2423215"/>
                </a:xfrm>
                <a:prstGeom prst="rect">
                  <a:avLst/>
                </a:prstGeom>
              </p:spPr>
            </p:pic>
          </p:grp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E695305A-2FF6-718D-3106-800F84D3D1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6720" y="4192156"/>
                <a:ext cx="3200088" cy="1949970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EC95599-4169-5407-6DA1-56A1784F9A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476066" y="3704925"/>
                <a:ext cx="3025165" cy="2479302"/>
              </a:xfrm>
              <a:prstGeom prst="rect">
                <a:avLst/>
              </a:prstGeom>
            </p:spPr>
          </p:pic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FF246C48-ADB5-4C31-B56F-24517DD28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91020" y="4270834"/>
              <a:ext cx="621903" cy="5743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3247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D209981-53DE-2AEB-37AA-42DB8F321FEA}"/>
              </a:ext>
            </a:extLst>
          </p:cNvPr>
          <p:cNvGrpSpPr/>
          <p:nvPr/>
        </p:nvGrpSpPr>
        <p:grpSpPr>
          <a:xfrm>
            <a:off x="58588" y="1510260"/>
            <a:ext cx="12074824" cy="4435213"/>
            <a:chOff x="58588" y="1510260"/>
            <a:chExt cx="12074824" cy="443521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ECF2AD9-260D-6253-9737-7128B02E6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321" y="1558978"/>
              <a:ext cx="12003091" cy="376253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0A3E559-990A-262D-13E0-18F8E8671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0321" y="1510260"/>
              <a:ext cx="3257456" cy="12479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2EF864E-AEE5-1BF0-7765-51BC2D893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88" y="4697543"/>
              <a:ext cx="2114986" cy="12479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99888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4752E-E3AC-8DE3-79BD-30334396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6 : Logical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7695B-A702-8E0A-BF6C-013A82443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Convert your design to logical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6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58856C-8F7C-2876-C6FD-F221ABAEE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689" y="1302760"/>
            <a:ext cx="6188087" cy="50912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215FC4-0B78-BFF4-F444-639AA660D91D}"/>
              </a:ext>
            </a:extLst>
          </p:cNvPr>
          <p:cNvSpPr/>
          <p:nvPr/>
        </p:nvSpPr>
        <p:spPr>
          <a:xfrm>
            <a:off x="0" y="600504"/>
            <a:ext cx="1090375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Cust. 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Name, Phone 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Address1,Address2,City,State,Zip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Email, Active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98113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215FC4-0B78-BFF4-F444-639AA660D91D}"/>
              </a:ext>
            </a:extLst>
          </p:cNvPr>
          <p:cNvSpPr/>
          <p:nvPr/>
        </p:nvSpPr>
        <p:spPr>
          <a:xfrm>
            <a:off x="0" y="600504"/>
            <a:ext cx="1090375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Cust. 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Name, Phone 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Address1,Address2,City,State,Zip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Email, Active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6A7A8A-7395-634C-EF11-6F425D78F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1854" y="2969022"/>
            <a:ext cx="4988925" cy="328847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9CE623-3E63-A393-691D-B7ACF7C82735}"/>
              </a:ext>
            </a:extLst>
          </p:cNvPr>
          <p:cNvSpPr/>
          <p:nvPr/>
        </p:nvSpPr>
        <p:spPr>
          <a:xfrm>
            <a:off x="0" y="1261543"/>
            <a:ext cx="588597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Emp. 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 err="1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FName,LName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Ext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14697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215FC4-0B78-BFF4-F444-639AA660D91D}"/>
              </a:ext>
            </a:extLst>
          </p:cNvPr>
          <p:cNvSpPr/>
          <p:nvPr/>
        </p:nvSpPr>
        <p:spPr>
          <a:xfrm>
            <a:off x="0" y="600504"/>
            <a:ext cx="1090375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Cust. 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Name, Phone 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Address1,Address2,City,State,Zip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Email, Active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9CE623-3E63-A393-691D-B7ACF7C82735}"/>
              </a:ext>
            </a:extLst>
          </p:cNvPr>
          <p:cNvSpPr/>
          <p:nvPr/>
        </p:nvSpPr>
        <p:spPr>
          <a:xfrm>
            <a:off x="0" y="1261543"/>
            <a:ext cx="588597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Emp. 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 err="1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FName,LName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Ext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02F71E-910D-F50B-355B-77F559CE9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541" y="2819234"/>
            <a:ext cx="4314921" cy="302044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BCEE7F-3B95-9AC3-5D1A-7F9680E07859}"/>
              </a:ext>
            </a:extLst>
          </p:cNvPr>
          <p:cNvSpPr/>
          <p:nvPr/>
        </p:nvSpPr>
        <p:spPr>
          <a:xfrm>
            <a:off x="127217" y="1911433"/>
            <a:ext cx="404258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Order: ( </a:t>
            </a:r>
            <a:r>
              <a:rPr lang="en-US" sz="2800" b="1" u="sng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,O.Date,S.Date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0268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215FC4-0B78-BFF4-F444-639AA660D91D}"/>
              </a:ext>
            </a:extLst>
          </p:cNvPr>
          <p:cNvSpPr/>
          <p:nvPr/>
        </p:nvSpPr>
        <p:spPr>
          <a:xfrm>
            <a:off x="0" y="600504"/>
            <a:ext cx="1090375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Cust. 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Name, Phone 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Address1,Address2,City,State,Zip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Email, Active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9CE623-3E63-A393-691D-B7ACF7C82735}"/>
              </a:ext>
            </a:extLst>
          </p:cNvPr>
          <p:cNvSpPr/>
          <p:nvPr/>
        </p:nvSpPr>
        <p:spPr>
          <a:xfrm>
            <a:off x="0" y="1261543"/>
            <a:ext cx="588597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Emp. 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 err="1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FName,LName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Ext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BCEE7F-3B95-9AC3-5D1A-7F9680E07859}"/>
              </a:ext>
            </a:extLst>
          </p:cNvPr>
          <p:cNvSpPr/>
          <p:nvPr/>
        </p:nvSpPr>
        <p:spPr>
          <a:xfrm>
            <a:off x="127217" y="1911433"/>
            <a:ext cx="404258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Order: ( </a:t>
            </a:r>
            <a:r>
              <a:rPr lang="en-US" sz="2800" b="1" u="sng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,O.Date,S.Date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95C99A-F831-B292-892F-6A76CCF83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612" y="2923082"/>
            <a:ext cx="3704592" cy="274166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693CE7-23FF-131B-111C-A1E685199FF8}"/>
              </a:ext>
            </a:extLst>
          </p:cNvPr>
          <p:cNvSpPr/>
          <p:nvPr/>
        </p:nvSpPr>
        <p:spPr>
          <a:xfrm>
            <a:off x="127217" y="2529348"/>
            <a:ext cx="340362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Category : ( </a:t>
            </a:r>
            <a:r>
              <a:rPr lang="en-US" sz="2800" b="1" u="sng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739910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215FC4-0B78-BFF4-F444-639AA660D91D}"/>
              </a:ext>
            </a:extLst>
          </p:cNvPr>
          <p:cNvSpPr/>
          <p:nvPr/>
        </p:nvSpPr>
        <p:spPr>
          <a:xfrm>
            <a:off x="0" y="600504"/>
            <a:ext cx="1090375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Cust. 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Name, Phone 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Address1,Address2,City,State,Zip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Email, Active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9CE623-3E63-A393-691D-B7ACF7C82735}"/>
              </a:ext>
            </a:extLst>
          </p:cNvPr>
          <p:cNvSpPr/>
          <p:nvPr/>
        </p:nvSpPr>
        <p:spPr>
          <a:xfrm>
            <a:off x="0" y="1261543"/>
            <a:ext cx="588597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Emp. 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 err="1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FName,LName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Ext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BCEE7F-3B95-9AC3-5D1A-7F9680E07859}"/>
              </a:ext>
            </a:extLst>
          </p:cNvPr>
          <p:cNvSpPr/>
          <p:nvPr/>
        </p:nvSpPr>
        <p:spPr>
          <a:xfrm>
            <a:off x="127217" y="1911433"/>
            <a:ext cx="404258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Order: ( </a:t>
            </a:r>
            <a:r>
              <a:rPr lang="en-US" sz="2800" b="1" u="sng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,O.Date,S.Date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693CE7-23FF-131B-111C-A1E685199FF8}"/>
              </a:ext>
            </a:extLst>
          </p:cNvPr>
          <p:cNvSpPr/>
          <p:nvPr/>
        </p:nvSpPr>
        <p:spPr>
          <a:xfrm>
            <a:off x="127217" y="2529348"/>
            <a:ext cx="340362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Category : ( </a:t>
            </a:r>
            <a:r>
              <a:rPr lang="en-US" sz="2800" b="1" u="sng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AA37CE-0A7A-8060-849B-9CAFC22F4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124" y="2926690"/>
            <a:ext cx="3912187" cy="29924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E12FF7E-6D4D-376E-63E4-2D51379CC7E6}"/>
              </a:ext>
            </a:extLst>
          </p:cNvPr>
          <p:cNvSpPr/>
          <p:nvPr/>
        </p:nvSpPr>
        <p:spPr>
          <a:xfrm>
            <a:off x="127217" y="3147263"/>
            <a:ext cx="406457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Product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US" sz="280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Name,Price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554947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215FC4-0B78-BFF4-F444-639AA660D91D}"/>
              </a:ext>
            </a:extLst>
          </p:cNvPr>
          <p:cNvSpPr/>
          <p:nvPr/>
        </p:nvSpPr>
        <p:spPr>
          <a:xfrm>
            <a:off x="0" y="600504"/>
            <a:ext cx="1090375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Cust. 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Name, Phone 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Address1,Address2,City,State,Zip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Email, Active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9CE623-3E63-A393-691D-B7ACF7C82735}"/>
              </a:ext>
            </a:extLst>
          </p:cNvPr>
          <p:cNvSpPr/>
          <p:nvPr/>
        </p:nvSpPr>
        <p:spPr>
          <a:xfrm>
            <a:off x="0" y="1261543"/>
            <a:ext cx="588597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Emp. 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 err="1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FName,LName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Ext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BCEE7F-3B95-9AC3-5D1A-7F9680E07859}"/>
              </a:ext>
            </a:extLst>
          </p:cNvPr>
          <p:cNvSpPr/>
          <p:nvPr/>
        </p:nvSpPr>
        <p:spPr>
          <a:xfrm>
            <a:off x="127217" y="1911433"/>
            <a:ext cx="404258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Order: ( </a:t>
            </a:r>
            <a:r>
              <a:rPr lang="en-US" sz="2800" b="1" u="sng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,O.Date,S.Date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693CE7-23FF-131B-111C-A1E685199FF8}"/>
              </a:ext>
            </a:extLst>
          </p:cNvPr>
          <p:cNvSpPr/>
          <p:nvPr/>
        </p:nvSpPr>
        <p:spPr>
          <a:xfrm>
            <a:off x="127217" y="2529348"/>
            <a:ext cx="340362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Category : ( </a:t>
            </a:r>
            <a:r>
              <a:rPr lang="en-US" sz="2800" b="1" u="sng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12FF7E-6D4D-376E-63E4-2D51379CC7E6}"/>
              </a:ext>
            </a:extLst>
          </p:cNvPr>
          <p:cNvSpPr/>
          <p:nvPr/>
        </p:nvSpPr>
        <p:spPr>
          <a:xfrm>
            <a:off x="127217" y="3147263"/>
            <a:ext cx="406457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Product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US" sz="280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Name,Price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413A27-3DE7-A0F4-A57A-38F959DA1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864" y="3052568"/>
            <a:ext cx="5258534" cy="326753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B08E03F-5ED7-C1C3-2ED3-03A03BFA466B}"/>
              </a:ext>
            </a:extLst>
          </p:cNvPr>
          <p:cNvGrpSpPr/>
          <p:nvPr/>
        </p:nvGrpSpPr>
        <p:grpSpPr>
          <a:xfrm>
            <a:off x="10590173" y="582871"/>
            <a:ext cx="1449436" cy="543304"/>
            <a:chOff x="10365321" y="669414"/>
            <a:chExt cx="1449436" cy="54330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642093-5F77-DE0E-CFB2-70F11F8FD11B}"/>
                </a:ext>
              </a:extLst>
            </p:cNvPr>
            <p:cNvSpPr/>
            <p:nvPr/>
          </p:nvSpPr>
          <p:spPr>
            <a:xfrm>
              <a:off x="10365321" y="669414"/>
              <a:ext cx="1449436" cy="5232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</a:t>
              </a:r>
              <a:r>
                <a:rPr lang="en-US" sz="2800" b="1" cap="none" spc="0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EmpID</a:t>
              </a:r>
              <a:r>
                <a:rPr lang="en-US" sz="2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) 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A1B0B47-5BDB-013A-6D76-7C88EA3C27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0932" y="1192634"/>
              <a:ext cx="901533" cy="20084"/>
            </a:xfrm>
            <a:prstGeom prst="line">
              <a:avLst/>
            </a:prstGeom>
            <a:ln w="28575">
              <a:solidFill>
                <a:srgbClr val="C55A1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13EB4A19-9A9A-206D-D07E-9ED9A3683C8D}"/>
              </a:ext>
            </a:extLst>
          </p:cNvPr>
          <p:cNvSpPr/>
          <p:nvPr/>
        </p:nvSpPr>
        <p:spPr>
          <a:xfrm>
            <a:off x="10590173" y="359764"/>
            <a:ext cx="1217466" cy="1124262"/>
          </a:xfrm>
          <a:prstGeom prst="ellipse">
            <a:avLst/>
          </a:prstGeom>
          <a:solidFill>
            <a:srgbClr val="C5C2CC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81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215FC4-0B78-BFF4-F444-639AA660D91D}"/>
              </a:ext>
            </a:extLst>
          </p:cNvPr>
          <p:cNvSpPr/>
          <p:nvPr/>
        </p:nvSpPr>
        <p:spPr>
          <a:xfrm>
            <a:off x="0" y="600504"/>
            <a:ext cx="1090375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Cust. 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Name, Phone 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Address1,Address2,City,State,Zip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Email, Active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9CE623-3E63-A393-691D-B7ACF7C82735}"/>
              </a:ext>
            </a:extLst>
          </p:cNvPr>
          <p:cNvSpPr/>
          <p:nvPr/>
        </p:nvSpPr>
        <p:spPr>
          <a:xfrm>
            <a:off x="0" y="1261543"/>
            <a:ext cx="588597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Emp. 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 err="1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FName,LName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Ext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BCEE7F-3B95-9AC3-5D1A-7F9680E07859}"/>
              </a:ext>
            </a:extLst>
          </p:cNvPr>
          <p:cNvSpPr/>
          <p:nvPr/>
        </p:nvSpPr>
        <p:spPr>
          <a:xfrm>
            <a:off x="127217" y="1911433"/>
            <a:ext cx="404258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Order: ( </a:t>
            </a:r>
            <a:r>
              <a:rPr lang="en-US" sz="2800" b="1" u="sng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,O.Date,S.Date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693CE7-23FF-131B-111C-A1E685199FF8}"/>
              </a:ext>
            </a:extLst>
          </p:cNvPr>
          <p:cNvSpPr/>
          <p:nvPr/>
        </p:nvSpPr>
        <p:spPr>
          <a:xfrm>
            <a:off x="127217" y="2529348"/>
            <a:ext cx="340362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Category : ( </a:t>
            </a:r>
            <a:r>
              <a:rPr lang="en-US" sz="2800" b="1" u="sng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12FF7E-6D4D-376E-63E4-2D51379CC7E6}"/>
              </a:ext>
            </a:extLst>
          </p:cNvPr>
          <p:cNvSpPr/>
          <p:nvPr/>
        </p:nvSpPr>
        <p:spPr>
          <a:xfrm>
            <a:off x="127217" y="3147263"/>
            <a:ext cx="406457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Product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US" sz="280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Name,Price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B08E03F-5ED7-C1C3-2ED3-03A03BFA466B}"/>
              </a:ext>
            </a:extLst>
          </p:cNvPr>
          <p:cNvGrpSpPr/>
          <p:nvPr/>
        </p:nvGrpSpPr>
        <p:grpSpPr>
          <a:xfrm>
            <a:off x="10590173" y="582871"/>
            <a:ext cx="1449436" cy="543304"/>
            <a:chOff x="10365321" y="669414"/>
            <a:chExt cx="1449436" cy="54330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642093-5F77-DE0E-CFB2-70F11F8FD11B}"/>
                </a:ext>
              </a:extLst>
            </p:cNvPr>
            <p:cNvSpPr/>
            <p:nvPr/>
          </p:nvSpPr>
          <p:spPr>
            <a:xfrm>
              <a:off x="10365321" y="669414"/>
              <a:ext cx="1449436" cy="5232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</a:t>
              </a:r>
              <a:r>
                <a:rPr lang="en-US" sz="2800" b="1" cap="none" spc="0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EmpID</a:t>
              </a:r>
              <a:r>
                <a:rPr lang="en-US" sz="2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) 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A1B0B47-5BDB-013A-6D76-7C88EA3C27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0932" y="1192634"/>
              <a:ext cx="901533" cy="20084"/>
            </a:xfrm>
            <a:prstGeom prst="line">
              <a:avLst/>
            </a:prstGeom>
            <a:ln w="28575">
              <a:solidFill>
                <a:srgbClr val="C55A1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767232C-6370-79EB-8BFF-7413FF373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931" y="3052568"/>
            <a:ext cx="6008457" cy="308925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CE7D013-D832-A820-0C7E-712DAF41FE27}"/>
              </a:ext>
            </a:extLst>
          </p:cNvPr>
          <p:cNvGrpSpPr/>
          <p:nvPr/>
        </p:nvGrpSpPr>
        <p:grpSpPr>
          <a:xfrm>
            <a:off x="3903539" y="1919584"/>
            <a:ext cx="1437381" cy="543304"/>
            <a:chOff x="10371349" y="669414"/>
            <a:chExt cx="1437381" cy="54330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189A101-2B9E-2254-7BEF-AC7C0A0BA1A4}"/>
                </a:ext>
              </a:extLst>
            </p:cNvPr>
            <p:cNvSpPr/>
            <p:nvPr/>
          </p:nvSpPr>
          <p:spPr>
            <a:xfrm>
              <a:off x="10371349" y="669414"/>
              <a:ext cx="1437381" cy="5232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</a:t>
              </a:r>
              <a:r>
                <a:rPr lang="en-US" sz="2800" b="1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CustI</a:t>
              </a:r>
              <a:r>
                <a:rPr lang="en-US" sz="2800" b="1" cap="none" spc="0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</a:t>
              </a:r>
              <a:r>
                <a:rPr lang="en-US" sz="2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) 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986CCA2-E40F-86CD-302A-A316367AEA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0932" y="1192634"/>
              <a:ext cx="901533" cy="20084"/>
            </a:xfrm>
            <a:prstGeom prst="line">
              <a:avLst/>
            </a:prstGeom>
            <a:ln w="28575">
              <a:solidFill>
                <a:srgbClr val="C55A1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B7C9B388-3B73-E9B1-B2E5-27CEC3BE96C1}"/>
              </a:ext>
            </a:extLst>
          </p:cNvPr>
          <p:cNvSpPr/>
          <p:nvPr/>
        </p:nvSpPr>
        <p:spPr>
          <a:xfrm>
            <a:off x="4023555" y="1680814"/>
            <a:ext cx="1217466" cy="1124262"/>
          </a:xfrm>
          <a:prstGeom prst="ellipse">
            <a:avLst/>
          </a:prstGeom>
          <a:solidFill>
            <a:srgbClr val="C5C2CC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467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215FC4-0B78-BFF4-F444-639AA660D91D}"/>
              </a:ext>
            </a:extLst>
          </p:cNvPr>
          <p:cNvSpPr/>
          <p:nvPr/>
        </p:nvSpPr>
        <p:spPr>
          <a:xfrm>
            <a:off x="0" y="600504"/>
            <a:ext cx="1090375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Cust. 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Name, Phone 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Address1,Address2,City,State,Zip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Email, Active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9CE623-3E63-A393-691D-B7ACF7C82735}"/>
              </a:ext>
            </a:extLst>
          </p:cNvPr>
          <p:cNvSpPr/>
          <p:nvPr/>
        </p:nvSpPr>
        <p:spPr>
          <a:xfrm>
            <a:off x="0" y="1261543"/>
            <a:ext cx="588597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Emp. 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 err="1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FName,LName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Ext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BCEE7F-3B95-9AC3-5D1A-7F9680E07859}"/>
              </a:ext>
            </a:extLst>
          </p:cNvPr>
          <p:cNvSpPr/>
          <p:nvPr/>
        </p:nvSpPr>
        <p:spPr>
          <a:xfrm>
            <a:off x="127217" y="1911433"/>
            <a:ext cx="404258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Order: ( </a:t>
            </a:r>
            <a:r>
              <a:rPr lang="en-US" sz="2800" b="1" u="sng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,O.Date,S.Date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693CE7-23FF-131B-111C-A1E685199FF8}"/>
              </a:ext>
            </a:extLst>
          </p:cNvPr>
          <p:cNvSpPr/>
          <p:nvPr/>
        </p:nvSpPr>
        <p:spPr>
          <a:xfrm>
            <a:off x="127217" y="2529348"/>
            <a:ext cx="340362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Category : ( </a:t>
            </a:r>
            <a:r>
              <a:rPr lang="en-US" sz="2800" b="1" u="sng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12FF7E-6D4D-376E-63E4-2D51379CC7E6}"/>
              </a:ext>
            </a:extLst>
          </p:cNvPr>
          <p:cNvSpPr/>
          <p:nvPr/>
        </p:nvSpPr>
        <p:spPr>
          <a:xfrm>
            <a:off x="127217" y="3147263"/>
            <a:ext cx="406457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Product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US" sz="280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Name,Price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B08E03F-5ED7-C1C3-2ED3-03A03BFA466B}"/>
              </a:ext>
            </a:extLst>
          </p:cNvPr>
          <p:cNvGrpSpPr/>
          <p:nvPr/>
        </p:nvGrpSpPr>
        <p:grpSpPr>
          <a:xfrm>
            <a:off x="10590173" y="582871"/>
            <a:ext cx="1449436" cy="543304"/>
            <a:chOff x="10365321" y="669414"/>
            <a:chExt cx="1449436" cy="54330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642093-5F77-DE0E-CFB2-70F11F8FD11B}"/>
                </a:ext>
              </a:extLst>
            </p:cNvPr>
            <p:cNvSpPr/>
            <p:nvPr/>
          </p:nvSpPr>
          <p:spPr>
            <a:xfrm>
              <a:off x="10365321" y="669414"/>
              <a:ext cx="1449436" cy="5232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</a:t>
              </a:r>
              <a:r>
                <a:rPr lang="en-US" sz="2800" b="1" cap="none" spc="0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EmpID</a:t>
              </a:r>
              <a:r>
                <a:rPr lang="en-US" sz="2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) 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A1B0B47-5BDB-013A-6D76-7C88EA3C27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0932" y="1192634"/>
              <a:ext cx="901533" cy="20084"/>
            </a:xfrm>
            <a:prstGeom prst="line">
              <a:avLst/>
            </a:prstGeom>
            <a:ln w="28575">
              <a:solidFill>
                <a:srgbClr val="C55A1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CE7D013-D832-A820-0C7E-712DAF41FE27}"/>
              </a:ext>
            </a:extLst>
          </p:cNvPr>
          <p:cNvGrpSpPr/>
          <p:nvPr/>
        </p:nvGrpSpPr>
        <p:grpSpPr>
          <a:xfrm>
            <a:off x="3951628" y="1919584"/>
            <a:ext cx="1341201" cy="543304"/>
            <a:chOff x="10419438" y="669414"/>
            <a:chExt cx="1341201" cy="54330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189A101-2B9E-2254-7BEF-AC7C0A0BA1A4}"/>
                </a:ext>
              </a:extLst>
            </p:cNvPr>
            <p:cNvSpPr/>
            <p:nvPr/>
          </p:nvSpPr>
          <p:spPr>
            <a:xfrm>
              <a:off x="10419438" y="669414"/>
              <a:ext cx="1341201" cy="5232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</a:t>
              </a:r>
              <a:r>
                <a:rPr lang="en-US" sz="2800" b="1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Cust</a:t>
              </a:r>
              <a:r>
                <a:rPr lang="en-US" sz="2800" b="1" cap="none" spc="0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</a:t>
              </a:r>
              <a:r>
                <a:rPr lang="en-US" sz="2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) 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986CCA2-E40F-86CD-302A-A316367AEA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0932" y="1192634"/>
              <a:ext cx="901533" cy="20084"/>
            </a:xfrm>
            <a:prstGeom prst="line">
              <a:avLst/>
            </a:prstGeom>
            <a:ln w="28575">
              <a:solidFill>
                <a:srgbClr val="C55A1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1321B58-8137-2D33-76DB-8EC13A9D0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389" y="3429000"/>
            <a:ext cx="4805306" cy="255710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0ECD6F24-0640-E5F3-0964-6B51F0DFF103}"/>
              </a:ext>
            </a:extLst>
          </p:cNvPr>
          <p:cNvGrpSpPr/>
          <p:nvPr/>
        </p:nvGrpSpPr>
        <p:grpSpPr>
          <a:xfrm>
            <a:off x="3833818" y="3155083"/>
            <a:ext cx="2116285" cy="543304"/>
            <a:chOff x="10031896" y="669414"/>
            <a:chExt cx="2116285" cy="54330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9F7FFE9-140E-8595-A8DF-E086BDBE7010}"/>
                </a:ext>
              </a:extLst>
            </p:cNvPr>
            <p:cNvSpPr/>
            <p:nvPr/>
          </p:nvSpPr>
          <p:spPr>
            <a:xfrm>
              <a:off x="10031896" y="669414"/>
              <a:ext cx="2116285" cy="5232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</a:t>
              </a:r>
              <a:r>
                <a:rPr lang="en-US" sz="2800" b="1" cap="none" spc="0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Category</a:t>
              </a:r>
              <a:r>
                <a:rPr lang="en-US" sz="2800" b="1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</a:t>
              </a:r>
              <a:r>
                <a:rPr lang="en-US" sz="2800" b="1" cap="none" spc="0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</a:t>
              </a:r>
              <a:r>
                <a:rPr lang="en-US" sz="2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) 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E45C5D7-0B49-D445-E982-6CDC512C5D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0932" y="1192634"/>
              <a:ext cx="901533" cy="20084"/>
            </a:xfrm>
            <a:prstGeom prst="line">
              <a:avLst/>
            </a:prstGeom>
            <a:ln w="28575">
              <a:solidFill>
                <a:srgbClr val="C55A1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CD0A4435-5078-F30D-3477-E7173A79C626}"/>
              </a:ext>
            </a:extLst>
          </p:cNvPr>
          <p:cNvSpPr/>
          <p:nvPr/>
        </p:nvSpPr>
        <p:spPr>
          <a:xfrm>
            <a:off x="3951628" y="2772429"/>
            <a:ext cx="1919351" cy="1424817"/>
          </a:xfrm>
          <a:prstGeom prst="ellipse">
            <a:avLst/>
          </a:prstGeom>
          <a:solidFill>
            <a:srgbClr val="C5C2CC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65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215FC4-0B78-BFF4-F444-639AA660D91D}"/>
              </a:ext>
            </a:extLst>
          </p:cNvPr>
          <p:cNvSpPr/>
          <p:nvPr/>
        </p:nvSpPr>
        <p:spPr>
          <a:xfrm>
            <a:off x="0" y="600504"/>
            <a:ext cx="1090375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Cust. 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Name, Phone 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Address1,Address2,City,State,Zip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Email, Active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9CE623-3E63-A393-691D-B7ACF7C82735}"/>
              </a:ext>
            </a:extLst>
          </p:cNvPr>
          <p:cNvSpPr/>
          <p:nvPr/>
        </p:nvSpPr>
        <p:spPr>
          <a:xfrm>
            <a:off x="0" y="1261543"/>
            <a:ext cx="588597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Emp. 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 err="1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FName,LName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Ext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BCEE7F-3B95-9AC3-5D1A-7F9680E07859}"/>
              </a:ext>
            </a:extLst>
          </p:cNvPr>
          <p:cNvSpPr/>
          <p:nvPr/>
        </p:nvSpPr>
        <p:spPr>
          <a:xfrm>
            <a:off x="127217" y="1911433"/>
            <a:ext cx="404258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Order: ( </a:t>
            </a:r>
            <a:r>
              <a:rPr lang="en-US" sz="2800" b="1" u="sng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,O.Date,S.Date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693CE7-23FF-131B-111C-A1E685199FF8}"/>
              </a:ext>
            </a:extLst>
          </p:cNvPr>
          <p:cNvSpPr/>
          <p:nvPr/>
        </p:nvSpPr>
        <p:spPr>
          <a:xfrm>
            <a:off x="127217" y="2529348"/>
            <a:ext cx="340362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Category : ( </a:t>
            </a:r>
            <a:r>
              <a:rPr lang="en-US" sz="2800" b="1" u="sng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12FF7E-6D4D-376E-63E4-2D51379CC7E6}"/>
              </a:ext>
            </a:extLst>
          </p:cNvPr>
          <p:cNvSpPr/>
          <p:nvPr/>
        </p:nvSpPr>
        <p:spPr>
          <a:xfrm>
            <a:off x="127217" y="3147263"/>
            <a:ext cx="406457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Product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US" sz="280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Name,Price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B08E03F-5ED7-C1C3-2ED3-03A03BFA466B}"/>
              </a:ext>
            </a:extLst>
          </p:cNvPr>
          <p:cNvGrpSpPr/>
          <p:nvPr/>
        </p:nvGrpSpPr>
        <p:grpSpPr>
          <a:xfrm>
            <a:off x="10590173" y="582871"/>
            <a:ext cx="1449436" cy="543304"/>
            <a:chOff x="10365321" y="669414"/>
            <a:chExt cx="1449436" cy="54330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642093-5F77-DE0E-CFB2-70F11F8FD11B}"/>
                </a:ext>
              </a:extLst>
            </p:cNvPr>
            <p:cNvSpPr/>
            <p:nvPr/>
          </p:nvSpPr>
          <p:spPr>
            <a:xfrm>
              <a:off x="10365321" y="669414"/>
              <a:ext cx="1449436" cy="5232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</a:t>
              </a:r>
              <a:r>
                <a:rPr lang="en-US" sz="2800" b="1" cap="none" spc="0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EmpID</a:t>
              </a:r>
              <a:r>
                <a:rPr lang="en-US" sz="2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) 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A1B0B47-5BDB-013A-6D76-7C88EA3C27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0932" y="1192634"/>
              <a:ext cx="901533" cy="20084"/>
            </a:xfrm>
            <a:prstGeom prst="line">
              <a:avLst/>
            </a:prstGeom>
            <a:ln w="28575">
              <a:solidFill>
                <a:srgbClr val="C55A1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CE7D013-D832-A820-0C7E-712DAF41FE27}"/>
              </a:ext>
            </a:extLst>
          </p:cNvPr>
          <p:cNvGrpSpPr/>
          <p:nvPr/>
        </p:nvGrpSpPr>
        <p:grpSpPr>
          <a:xfrm>
            <a:off x="3951628" y="1919584"/>
            <a:ext cx="1341201" cy="543304"/>
            <a:chOff x="10419438" y="669414"/>
            <a:chExt cx="1341201" cy="54330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189A101-2B9E-2254-7BEF-AC7C0A0BA1A4}"/>
                </a:ext>
              </a:extLst>
            </p:cNvPr>
            <p:cNvSpPr/>
            <p:nvPr/>
          </p:nvSpPr>
          <p:spPr>
            <a:xfrm>
              <a:off x="10419438" y="669414"/>
              <a:ext cx="1341201" cy="5232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</a:t>
              </a:r>
              <a:r>
                <a:rPr lang="en-US" sz="2800" b="1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Cust</a:t>
              </a:r>
              <a:r>
                <a:rPr lang="en-US" sz="2800" b="1" cap="none" spc="0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</a:t>
              </a:r>
              <a:r>
                <a:rPr lang="en-US" sz="2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) 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986CCA2-E40F-86CD-302A-A316367AEA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0932" y="1192634"/>
              <a:ext cx="901533" cy="20084"/>
            </a:xfrm>
            <a:prstGeom prst="line">
              <a:avLst/>
            </a:prstGeom>
            <a:ln w="28575">
              <a:solidFill>
                <a:srgbClr val="C55A1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CD6F24-0640-E5F3-0964-6B51F0DFF103}"/>
              </a:ext>
            </a:extLst>
          </p:cNvPr>
          <p:cNvGrpSpPr/>
          <p:nvPr/>
        </p:nvGrpSpPr>
        <p:grpSpPr>
          <a:xfrm>
            <a:off x="3916114" y="3155083"/>
            <a:ext cx="2116285" cy="543304"/>
            <a:chOff x="10031896" y="669414"/>
            <a:chExt cx="2116285" cy="54330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9F7FFE9-140E-8595-A8DF-E086BDBE7010}"/>
                </a:ext>
              </a:extLst>
            </p:cNvPr>
            <p:cNvSpPr/>
            <p:nvPr/>
          </p:nvSpPr>
          <p:spPr>
            <a:xfrm>
              <a:off x="10031896" y="669414"/>
              <a:ext cx="2116285" cy="5232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</a:t>
              </a:r>
              <a:r>
                <a:rPr lang="en-US" sz="2800" b="1" cap="none" spc="0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Category</a:t>
              </a:r>
              <a:r>
                <a:rPr lang="en-US" sz="2800" b="1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</a:t>
              </a:r>
              <a:r>
                <a:rPr lang="en-US" sz="2800" b="1" cap="none" spc="0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</a:t>
              </a:r>
              <a:r>
                <a:rPr lang="en-US" sz="2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) 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E45C5D7-0B49-D445-E982-6CDC512C5D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0932" y="1192634"/>
              <a:ext cx="901533" cy="20084"/>
            </a:xfrm>
            <a:prstGeom prst="line">
              <a:avLst/>
            </a:prstGeom>
            <a:ln w="28575">
              <a:solidFill>
                <a:srgbClr val="C55A1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BD8B0B8-A79A-CFC5-B643-0ECB8C299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022" y="3147263"/>
            <a:ext cx="5587137" cy="320950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ED5747F-5139-68C6-EFC0-72D46A3BFFAE}"/>
              </a:ext>
            </a:extLst>
          </p:cNvPr>
          <p:cNvSpPr/>
          <p:nvPr/>
        </p:nvSpPr>
        <p:spPr>
          <a:xfrm>
            <a:off x="116517" y="3881730"/>
            <a:ext cx="797259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Order_Details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(                                                       )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BB63EE5-9969-F660-43CD-62C5CAF7A90B}"/>
              </a:ext>
            </a:extLst>
          </p:cNvPr>
          <p:cNvGrpSpPr/>
          <p:nvPr/>
        </p:nvGrpSpPr>
        <p:grpSpPr>
          <a:xfrm>
            <a:off x="2802659" y="3884428"/>
            <a:ext cx="1374543" cy="543304"/>
            <a:chOff x="10402764" y="669414"/>
            <a:chExt cx="1374543" cy="54330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11F3AD3-CFF3-DEBA-6AE5-DFE7BC795F70}"/>
                </a:ext>
              </a:extLst>
            </p:cNvPr>
            <p:cNvSpPr/>
            <p:nvPr/>
          </p:nvSpPr>
          <p:spPr>
            <a:xfrm>
              <a:off x="10402764" y="669414"/>
              <a:ext cx="1374543" cy="5232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OrderID</a:t>
              </a:r>
              <a:endPara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1204E9C-7788-FBDB-FD51-6CA3096202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0932" y="1192634"/>
              <a:ext cx="901533" cy="20084"/>
            </a:xfrm>
            <a:prstGeom prst="line">
              <a:avLst/>
            </a:prstGeom>
            <a:ln w="28575">
              <a:solidFill>
                <a:srgbClr val="C55A1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0B4DF815-2CBF-82C1-AD82-EE7F1CCA638E}"/>
              </a:ext>
            </a:extLst>
          </p:cNvPr>
          <p:cNvCxnSpPr>
            <a:cxnSpLocks/>
          </p:cNvCxnSpPr>
          <p:nvPr/>
        </p:nvCxnSpPr>
        <p:spPr>
          <a:xfrm>
            <a:off x="6745800" y="3879034"/>
            <a:ext cx="2059315" cy="128553"/>
          </a:xfrm>
          <a:prstGeom prst="curvedConnector3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643CCD8-71E2-58EE-2A21-A3EEE6683313}"/>
              </a:ext>
            </a:extLst>
          </p:cNvPr>
          <p:cNvGrpSpPr/>
          <p:nvPr/>
        </p:nvGrpSpPr>
        <p:grpSpPr>
          <a:xfrm>
            <a:off x="4218051" y="3813124"/>
            <a:ext cx="1767280" cy="543304"/>
            <a:chOff x="10206397" y="669414"/>
            <a:chExt cx="1767280" cy="54330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840EA39-5ED4-9EBB-0942-18F327E6B8F5}"/>
                </a:ext>
              </a:extLst>
            </p:cNvPr>
            <p:cNvSpPr/>
            <p:nvPr/>
          </p:nvSpPr>
          <p:spPr>
            <a:xfrm>
              <a:off x="10206397" y="669414"/>
              <a:ext cx="1767280" cy="5232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dirty="0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</a:t>
              </a:r>
              <a:r>
                <a:rPr lang="en-US" sz="2800" b="1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ProductID</a:t>
              </a:r>
              <a:endPara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1B354B6-19C3-D6DC-CDB7-2A1DB6EB1D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0932" y="1192634"/>
              <a:ext cx="901533" cy="20084"/>
            </a:xfrm>
            <a:prstGeom prst="line">
              <a:avLst/>
            </a:prstGeom>
            <a:ln w="28575">
              <a:solidFill>
                <a:srgbClr val="C55A1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112DEED7-7ED6-AFAA-93C9-9EA4798707F9}"/>
              </a:ext>
            </a:extLst>
          </p:cNvPr>
          <p:cNvCxnSpPr>
            <a:cxnSpLocks/>
          </p:cNvCxnSpPr>
          <p:nvPr/>
        </p:nvCxnSpPr>
        <p:spPr>
          <a:xfrm>
            <a:off x="2148507" y="3416693"/>
            <a:ext cx="2453473" cy="510730"/>
          </a:xfrm>
          <a:prstGeom prst="curvedConnector3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B4F201E-52DD-4D77-0D4B-073E5CE1BFE9}"/>
              </a:ext>
            </a:extLst>
          </p:cNvPr>
          <p:cNvGrpSpPr/>
          <p:nvPr/>
        </p:nvGrpSpPr>
        <p:grpSpPr>
          <a:xfrm>
            <a:off x="5909534" y="3781218"/>
            <a:ext cx="918833" cy="543304"/>
            <a:chOff x="10580932" y="669414"/>
            <a:chExt cx="918833" cy="54330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B268BFF-9258-505B-70C4-F81A678A9272}"/>
                </a:ext>
              </a:extLst>
            </p:cNvPr>
            <p:cNvSpPr/>
            <p:nvPr/>
          </p:nvSpPr>
          <p:spPr>
            <a:xfrm>
              <a:off x="10680309" y="669414"/>
              <a:ext cx="819456" cy="5232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dirty="0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,Qty</a:t>
              </a:r>
              <a:endPara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F58342D-2A9D-1BA3-4AF0-EB4B2EFA60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0932" y="1192634"/>
              <a:ext cx="901533" cy="20084"/>
            </a:xfrm>
            <a:prstGeom prst="line">
              <a:avLst/>
            </a:prstGeom>
            <a:ln w="28575">
              <a:solidFill>
                <a:srgbClr val="C55A1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35047329-E0AE-884A-3447-0C316A734EB2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11876" y="2451581"/>
            <a:ext cx="1602173" cy="1568319"/>
          </a:xfrm>
          <a:prstGeom prst="curvedConnector3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994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215FC4-0B78-BFF4-F444-639AA660D91D}"/>
              </a:ext>
            </a:extLst>
          </p:cNvPr>
          <p:cNvSpPr/>
          <p:nvPr/>
        </p:nvSpPr>
        <p:spPr>
          <a:xfrm>
            <a:off x="0" y="600504"/>
            <a:ext cx="1090375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Cust. 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Name, Phone 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Address1,Address2,City,State,Zip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Email, Active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9CE623-3E63-A393-691D-B7ACF7C82735}"/>
              </a:ext>
            </a:extLst>
          </p:cNvPr>
          <p:cNvSpPr/>
          <p:nvPr/>
        </p:nvSpPr>
        <p:spPr>
          <a:xfrm>
            <a:off x="0" y="1261543"/>
            <a:ext cx="588597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Emp. 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 err="1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FName,LName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Ext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BCEE7F-3B95-9AC3-5D1A-7F9680E07859}"/>
              </a:ext>
            </a:extLst>
          </p:cNvPr>
          <p:cNvSpPr/>
          <p:nvPr/>
        </p:nvSpPr>
        <p:spPr>
          <a:xfrm>
            <a:off x="127217" y="1911433"/>
            <a:ext cx="404258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Order: ( </a:t>
            </a:r>
            <a:r>
              <a:rPr lang="en-US" sz="2800" b="1" u="sng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,O.Date,S.Date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693CE7-23FF-131B-111C-A1E685199FF8}"/>
              </a:ext>
            </a:extLst>
          </p:cNvPr>
          <p:cNvSpPr/>
          <p:nvPr/>
        </p:nvSpPr>
        <p:spPr>
          <a:xfrm>
            <a:off x="127217" y="2529348"/>
            <a:ext cx="340362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Category : ( </a:t>
            </a:r>
            <a:r>
              <a:rPr lang="en-US" sz="2800" b="1" u="sng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280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12FF7E-6D4D-376E-63E4-2D51379CC7E6}"/>
              </a:ext>
            </a:extLst>
          </p:cNvPr>
          <p:cNvSpPr/>
          <p:nvPr/>
        </p:nvSpPr>
        <p:spPr>
          <a:xfrm>
            <a:off x="127217" y="3147263"/>
            <a:ext cx="406457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Product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( </a:t>
            </a:r>
            <a:r>
              <a:rPr lang="en-US" sz="2800" b="1" u="sng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en-US" sz="2800" b="0" cap="none" spc="0" dirty="0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US" sz="2800" dirty="0" err="1">
                <a:ln w="0"/>
                <a:solidFill>
                  <a:srgbClr val="C55A1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Name,Price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B08E03F-5ED7-C1C3-2ED3-03A03BFA466B}"/>
              </a:ext>
            </a:extLst>
          </p:cNvPr>
          <p:cNvGrpSpPr/>
          <p:nvPr/>
        </p:nvGrpSpPr>
        <p:grpSpPr>
          <a:xfrm>
            <a:off x="10590173" y="582871"/>
            <a:ext cx="1449436" cy="543304"/>
            <a:chOff x="10365321" y="669414"/>
            <a:chExt cx="1449436" cy="54330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642093-5F77-DE0E-CFB2-70F11F8FD11B}"/>
                </a:ext>
              </a:extLst>
            </p:cNvPr>
            <p:cNvSpPr/>
            <p:nvPr/>
          </p:nvSpPr>
          <p:spPr>
            <a:xfrm>
              <a:off x="10365321" y="669414"/>
              <a:ext cx="1449436" cy="5232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</a:t>
              </a:r>
              <a:r>
                <a:rPr lang="en-US" sz="2800" b="1" cap="none" spc="0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EmpID</a:t>
              </a:r>
              <a:r>
                <a:rPr lang="en-US" sz="2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) 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A1B0B47-5BDB-013A-6D76-7C88EA3C27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0932" y="1192634"/>
              <a:ext cx="901533" cy="20084"/>
            </a:xfrm>
            <a:prstGeom prst="line">
              <a:avLst/>
            </a:prstGeom>
            <a:ln w="28575">
              <a:solidFill>
                <a:srgbClr val="C55A1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CE7D013-D832-A820-0C7E-712DAF41FE27}"/>
              </a:ext>
            </a:extLst>
          </p:cNvPr>
          <p:cNvGrpSpPr/>
          <p:nvPr/>
        </p:nvGrpSpPr>
        <p:grpSpPr>
          <a:xfrm>
            <a:off x="3951628" y="1919584"/>
            <a:ext cx="1341201" cy="543304"/>
            <a:chOff x="10419438" y="669414"/>
            <a:chExt cx="1341201" cy="54330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189A101-2B9E-2254-7BEF-AC7C0A0BA1A4}"/>
                </a:ext>
              </a:extLst>
            </p:cNvPr>
            <p:cNvSpPr/>
            <p:nvPr/>
          </p:nvSpPr>
          <p:spPr>
            <a:xfrm>
              <a:off x="10419438" y="669414"/>
              <a:ext cx="1341201" cy="5232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</a:t>
              </a:r>
              <a:r>
                <a:rPr lang="en-US" sz="2800" b="1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Cust</a:t>
              </a:r>
              <a:r>
                <a:rPr lang="en-US" sz="2800" b="1" cap="none" spc="0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</a:t>
              </a:r>
              <a:r>
                <a:rPr lang="en-US" sz="2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) 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986CCA2-E40F-86CD-302A-A316367AEA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0932" y="1192634"/>
              <a:ext cx="901533" cy="20084"/>
            </a:xfrm>
            <a:prstGeom prst="line">
              <a:avLst/>
            </a:prstGeom>
            <a:ln w="28575">
              <a:solidFill>
                <a:srgbClr val="C55A1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CD6F24-0640-E5F3-0964-6B51F0DFF103}"/>
              </a:ext>
            </a:extLst>
          </p:cNvPr>
          <p:cNvGrpSpPr/>
          <p:nvPr/>
        </p:nvGrpSpPr>
        <p:grpSpPr>
          <a:xfrm>
            <a:off x="3833820" y="3155083"/>
            <a:ext cx="2116285" cy="543304"/>
            <a:chOff x="10031898" y="669414"/>
            <a:chExt cx="2116285" cy="54330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9F7FFE9-140E-8595-A8DF-E086BDBE7010}"/>
                </a:ext>
              </a:extLst>
            </p:cNvPr>
            <p:cNvSpPr/>
            <p:nvPr/>
          </p:nvSpPr>
          <p:spPr>
            <a:xfrm>
              <a:off x="10031898" y="669414"/>
              <a:ext cx="2116285" cy="5232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</a:t>
              </a:r>
              <a:r>
                <a:rPr lang="en-US" sz="2800" b="1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CategoryI</a:t>
              </a:r>
              <a:r>
                <a:rPr lang="en-US" sz="2800" b="1" cap="none" spc="0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</a:t>
              </a:r>
              <a:r>
                <a:rPr lang="en-US" sz="2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) 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E45C5D7-0B49-D445-E982-6CDC512C5D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0932" y="1192634"/>
              <a:ext cx="901533" cy="20084"/>
            </a:xfrm>
            <a:prstGeom prst="line">
              <a:avLst/>
            </a:prstGeom>
            <a:ln w="28575">
              <a:solidFill>
                <a:srgbClr val="C55A1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BD8B0B8-A79A-CFC5-B643-0ECB8C299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022" y="3147263"/>
            <a:ext cx="5587137" cy="320950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ED5747F-5139-68C6-EFC0-72D46A3BFFAE}"/>
              </a:ext>
            </a:extLst>
          </p:cNvPr>
          <p:cNvSpPr/>
          <p:nvPr/>
        </p:nvSpPr>
        <p:spPr>
          <a:xfrm>
            <a:off x="116517" y="3881730"/>
            <a:ext cx="797259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Order_Details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(                                                       )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BB63EE5-9969-F660-43CD-62C5CAF7A90B}"/>
              </a:ext>
            </a:extLst>
          </p:cNvPr>
          <p:cNvGrpSpPr/>
          <p:nvPr/>
        </p:nvGrpSpPr>
        <p:grpSpPr>
          <a:xfrm>
            <a:off x="2804591" y="3821044"/>
            <a:ext cx="1374543" cy="543304"/>
            <a:chOff x="10402764" y="669414"/>
            <a:chExt cx="1374543" cy="54330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11F3AD3-CFF3-DEBA-6AE5-DFE7BC795F70}"/>
                </a:ext>
              </a:extLst>
            </p:cNvPr>
            <p:cNvSpPr/>
            <p:nvPr/>
          </p:nvSpPr>
          <p:spPr>
            <a:xfrm>
              <a:off x="10402764" y="669414"/>
              <a:ext cx="1374543" cy="5232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OrderID</a:t>
              </a:r>
              <a:endPara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1204E9C-7788-FBDB-FD51-6CA3096202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0932" y="1192634"/>
              <a:ext cx="901533" cy="20084"/>
            </a:xfrm>
            <a:prstGeom prst="line">
              <a:avLst/>
            </a:prstGeom>
            <a:ln w="28575">
              <a:solidFill>
                <a:srgbClr val="C55A1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643CCD8-71E2-58EE-2A21-A3EEE6683313}"/>
              </a:ext>
            </a:extLst>
          </p:cNvPr>
          <p:cNvGrpSpPr/>
          <p:nvPr/>
        </p:nvGrpSpPr>
        <p:grpSpPr>
          <a:xfrm>
            <a:off x="4218051" y="3813124"/>
            <a:ext cx="1767280" cy="543304"/>
            <a:chOff x="10206397" y="669414"/>
            <a:chExt cx="1767280" cy="54330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840EA39-5ED4-9EBB-0942-18F327E6B8F5}"/>
                </a:ext>
              </a:extLst>
            </p:cNvPr>
            <p:cNvSpPr/>
            <p:nvPr/>
          </p:nvSpPr>
          <p:spPr>
            <a:xfrm>
              <a:off x="10206397" y="669414"/>
              <a:ext cx="1767280" cy="5232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dirty="0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</a:t>
              </a:r>
              <a:r>
                <a:rPr lang="en-US" sz="2800" b="1" dirty="0" err="1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ProductID</a:t>
              </a:r>
              <a:endPara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1B354B6-19C3-D6DC-CDB7-2A1DB6EB1D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0932" y="1192634"/>
              <a:ext cx="901533" cy="20084"/>
            </a:xfrm>
            <a:prstGeom prst="line">
              <a:avLst/>
            </a:prstGeom>
            <a:ln w="28575">
              <a:solidFill>
                <a:srgbClr val="C55A1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B4F201E-52DD-4D77-0D4B-073E5CE1BFE9}"/>
              </a:ext>
            </a:extLst>
          </p:cNvPr>
          <p:cNvGrpSpPr/>
          <p:nvPr/>
        </p:nvGrpSpPr>
        <p:grpSpPr>
          <a:xfrm>
            <a:off x="5909534" y="3781218"/>
            <a:ext cx="918833" cy="543304"/>
            <a:chOff x="10580932" y="669414"/>
            <a:chExt cx="918833" cy="54330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B268BFF-9258-505B-70C4-F81A678A9272}"/>
                </a:ext>
              </a:extLst>
            </p:cNvPr>
            <p:cNvSpPr/>
            <p:nvPr/>
          </p:nvSpPr>
          <p:spPr>
            <a:xfrm>
              <a:off x="10680309" y="669414"/>
              <a:ext cx="819456" cy="5232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dirty="0">
                  <a:ln w="0"/>
                  <a:solidFill>
                    <a:srgbClr val="C55A1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,Qty</a:t>
              </a:r>
              <a:endPara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F58342D-2A9D-1BA3-4AF0-EB4B2EFA60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0932" y="1192634"/>
              <a:ext cx="901533" cy="20084"/>
            </a:xfrm>
            <a:prstGeom prst="line">
              <a:avLst/>
            </a:prstGeom>
            <a:ln w="28575">
              <a:solidFill>
                <a:srgbClr val="C55A1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918DFA-8ACF-5C14-CA1A-BF5573B76169}"/>
              </a:ext>
            </a:extLst>
          </p:cNvPr>
          <p:cNvCxnSpPr/>
          <p:nvPr/>
        </p:nvCxnSpPr>
        <p:spPr>
          <a:xfrm flipV="1">
            <a:off x="2940633" y="4267622"/>
            <a:ext cx="2862072" cy="16071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4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D51591-1E47-D95B-6071-67C077694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8272" y="4018276"/>
            <a:ext cx="4800261" cy="1644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Task 8: Create Tables in MS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5CD16-944B-7457-9D21-6B532C02C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8272" y="3128074"/>
            <a:ext cx="4711745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chemeClr val="tx2"/>
                </a:solidFill>
              </a:rPr>
              <a:t>Create your tables in MS Access</a:t>
            </a:r>
          </a:p>
        </p:txBody>
      </p:sp>
      <p:pic>
        <p:nvPicPr>
          <p:cNvPr id="4" name="Picture 3" descr="Microsoft Access - Wikipedia">
            <a:extLst>
              <a:ext uri="{FF2B5EF4-FFF2-40B4-BE49-F238E27FC236}">
                <a16:creationId xmlns:a16="http://schemas.microsoft.com/office/drawing/2014/main" id="{97EED8B8-A719-50C3-CF67-FD2D873955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05"/>
          <a:stretch/>
        </p:blipFill>
        <p:spPr bwMode="auto">
          <a:xfrm>
            <a:off x="489890" y="1532020"/>
            <a:ext cx="4657146" cy="4972512"/>
          </a:xfrm>
          <a:prstGeom prst="rect">
            <a:avLst/>
          </a:prstGeom>
          <a:noFill/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31" name="Freeform: Shape 30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32" name="Freeform: Shape 31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</p:spTree>
    <p:extLst>
      <p:ext uri="{BB962C8B-B14F-4D97-AF65-F5344CB8AC3E}">
        <p14:creationId xmlns:p14="http://schemas.microsoft.com/office/powerpoint/2010/main" val="4028597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CEF4BF-11EC-6075-7710-2819F5A84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7" y="994795"/>
            <a:ext cx="11536385" cy="411537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FE939F9-2441-AC15-6500-0C50635A5FBE}"/>
              </a:ext>
            </a:extLst>
          </p:cNvPr>
          <p:cNvGrpSpPr/>
          <p:nvPr/>
        </p:nvGrpSpPr>
        <p:grpSpPr>
          <a:xfrm>
            <a:off x="5441189" y="4706471"/>
            <a:ext cx="1668213" cy="1095179"/>
            <a:chOff x="5441189" y="4706471"/>
            <a:chExt cx="1668213" cy="109517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6D820EA-DFB8-CC48-56ED-8026630130FE}"/>
                </a:ext>
              </a:extLst>
            </p:cNvPr>
            <p:cNvSpPr/>
            <p:nvPr/>
          </p:nvSpPr>
          <p:spPr>
            <a:xfrm>
              <a:off x="5441189" y="5401540"/>
              <a:ext cx="1668213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0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Junction Table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5CBB089-BE3E-9082-B575-ADECC3A94E36}"/>
                </a:ext>
              </a:extLst>
            </p:cNvPr>
            <p:cNvCxnSpPr/>
            <p:nvPr/>
          </p:nvCxnSpPr>
          <p:spPr>
            <a:xfrm flipV="1">
              <a:off x="6445624" y="4706471"/>
              <a:ext cx="367552" cy="61856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57161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estions and Concerns Business Layout | Template Presentation | Sample of  PPT Presentation | Presentation Background Images">
            <a:extLst>
              <a:ext uri="{FF2B5EF4-FFF2-40B4-BE49-F238E27FC236}">
                <a16:creationId xmlns:a16="http://schemas.microsoft.com/office/drawing/2014/main" id="{4F5B5832-12FB-05F6-6EF8-470F30C6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31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1140</TotalTime>
  <Words>944</Words>
  <Application>Microsoft Office PowerPoint</Application>
  <PresentationFormat>Widescreen</PresentationFormat>
  <Paragraphs>206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Arial Black</vt:lpstr>
      <vt:lpstr>Calibri</vt:lpstr>
      <vt:lpstr>Calibri Light</vt:lpstr>
      <vt:lpstr>Office Theme</vt:lpstr>
      <vt:lpstr>PowerPoint Presentation</vt:lpstr>
      <vt:lpstr>Contents</vt:lpstr>
      <vt:lpstr>Task 6 : Create ERD for Customer DB</vt:lpstr>
      <vt:lpstr>Rules: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6 : Logical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8: Create Tables in MS Access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02-Entity Relationship Modeling</dc:title>
  <dc:creator>Said Fawzy</dc:creator>
  <cp:lastModifiedBy>Said Fawzy</cp:lastModifiedBy>
  <cp:revision>81</cp:revision>
  <dcterms:created xsi:type="dcterms:W3CDTF">2023-05-17T09:34:14Z</dcterms:created>
  <dcterms:modified xsi:type="dcterms:W3CDTF">2023-06-04T11:06:26Z</dcterms:modified>
</cp:coreProperties>
</file>