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sldIdLst>
    <p:sldId id="256" r:id="rId4"/>
    <p:sldId id="257" r:id="rId5"/>
    <p:sldId id="446" r:id="rId6"/>
    <p:sldId id="459" r:id="rId7"/>
    <p:sldId id="401" r:id="rId8"/>
    <p:sldId id="473" r:id="rId9"/>
    <p:sldId id="405" r:id="rId10"/>
    <p:sldId id="474" r:id="rId11"/>
    <p:sldId id="4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2031"/>
    <a:srgbClr val="881421"/>
    <a:srgbClr val="C94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D41F-4221-062B-B5C5-584E82281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C21E4-2009-9AF5-91F1-BA167997A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ABA3F-E9CB-E3CE-2F4E-0F0E30D9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A52A1-655A-C8F6-B9CB-032E975BB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FD6CE-AFEC-BD7D-AD90-28CC5AD9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9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3828-28B6-84DD-922E-F6CFA6E7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E3566-F73A-DF70-E290-41AF27A2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ED62-8AE8-6945-83A7-0C3B7E9B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295E3-8AB4-0E9B-87B4-2E90CEFF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1E585-87EC-0505-C2BB-EBA1F837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98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6CA1-6D4C-56A5-B40D-5DC7E7C7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7A2F4-F2ED-B664-E08E-E854BC99F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7E171-797D-0688-FDD7-4B6408ED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68247-6504-B4BC-EAC3-261A7314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9E0AD-20CE-4B49-3D16-9B3ED77B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4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27C4-7B5D-0803-FD11-E61A42D2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BF4D1-1836-9541-A4EE-846522648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D6B1F-C93B-2D6A-3C35-A10BF93F0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C9BA0-E7D3-3218-F424-08D70A9A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0F830-1437-7916-DD43-1EB9DA50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0235E-D86E-D11E-96DD-2376C36B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0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2388-2051-EA46-7D55-8707E687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8787-3E76-6AFA-1C9C-8FB9E327D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D0DA8-71D2-12B2-CEBB-1DBE84E7B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DCA60-347C-85A9-C679-71841ACAE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E2055-497E-678F-FB1C-59252526B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42F9D-62C5-09EA-AB4D-4A258C7A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846CA7-8138-828F-61E4-0ACE6B1A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FC305-5A83-FB8D-B76B-731C9E6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7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B21D-CF8F-02DC-229B-27AA5C55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870DB-9C3B-3558-C18E-46DB5F12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95F63-98AC-1F42-D113-53DFBFB9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B67C6-4CFF-9699-B27B-26C4F92C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3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C337F-FD1D-8051-3CDB-58D454E5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1B8C2-D602-8C17-2DC1-105C9AA6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411BC-D9AD-689D-FEE1-D93C1872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5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126C-900F-B424-C187-156174BB8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74A5F-870D-F62F-BDAA-A0A9859B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32B30-39A3-00CD-A5AE-9A652803D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6CC06-D1A4-767D-7C57-EC2FCEC4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B8EFB-B0D3-DA4A-7A05-EC242801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7629B-922E-A4F3-FE09-E77398C9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2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2657-E505-4A91-A96A-20FABDBB5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8E36E4-8E73-8437-6B31-45927020F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1B500-B1C6-082A-6F7E-92865751E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06FF0-D117-8966-333A-0FBA72E9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A9AD8-A9CA-8664-811F-A7CEE37A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3F0BA-6C76-3ACE-B7E4-B3C839C8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2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2FC1-F93D-B733-714F-EEE48BF8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40127-20AD-9432-CB99-223E82407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13C3F-107D-B457-1A68-24111883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6D996-54D3-F598-B285-FA601425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757C-CD3E-3703-29B4-EC02752D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0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1F99C-6D3F-3AE2-B00F-7AEDFB964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143DD-38EE-D7A4-1FA3-BBC9E8541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5C510-87AB-A3EB-45C8-14445573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3F85F-3624-5B59-F135-88572B891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6B8F7-B957-9EA2-8492-F95993CA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31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08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56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78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07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119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339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83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92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63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635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467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434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339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95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500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0523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867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996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385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7344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60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A5223-96CB-A5E1-6C11-10B540EA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3006F-5EC2-E6F3-4E21-74FA8CDC9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AF6E-E243-E44A-CA4E-0814958D3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F562B-AC2E-8862-7BC1-7D2278800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A5291-A973-6A90-5D0B-FB5597341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7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70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63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58A052-A60C-69D9-C4BA-F53BA9772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674" y="0"/>
            <a:ext cx="4396063" cy="32970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009661-F51A-E94E-E81D-365FE63F9E5B}"/>
              </a:ext>
            </a:extLst>
          </p:cNvPr>
          <p:cNvSpPr/>
          <p:nvPr/>
        </p:nvSpPr>
        <p:spPr>
          <a:xfrm>
            <a:off x="282761" y="429699"/>
            <a:ext cx="638989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sz="4400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49E40-821F-3140-1DC1-541015007926}"/>
              </a:ext>
            </a:extLst>
          </p:cNvPr>
          <p:cNvSpPr/>
          <p:nvPr/>
        </p:nvSpPr>
        <p:spPr>
          <a:xfrm>
            <a:off x="282761" y="1303571"/>
            <a:ext cx="564609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243AB0-34D3-791E-CF42-A0835F2F38B1}"/>
              </a:ext>
            </a:extLst>
          </p:cNvPr>
          <p:cNvSpPr/>
          <p:nvPr/>
        </p:nvSpPr>
        <p:spPr>
          <a:xfrm>
            <a:off x="282761" y="2102475"/>
            <a:ext cx="323999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CE04A1-AF75-6C5C-C3CD-43BF14097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18A937B8-538B-6A6B-D94E-385234C6D801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94D3DC-0CC3-1542-5A0A-B1FE9451E6A1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50B76F-3963-9F81-5B60-31940C992259}"/>
              </a:ext>
            </a:extLst>
          </p:cNvPr>
          <p:cNvSpPr/>
          <p:nvPr/>
        </p:nvSpPr>
        <p:spPr>
          <a:xfrm>
            <a:off x="1115360" y="3137306"/>
            <a:ext cx="78739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969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56608-B284-A2D0-BDBA-952F723B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EF16E-F976-1573-FE2C-DF4771C0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373" y="156148"/>
            <a:ext cx="1753363" cy="13150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9B6176-2CED-8D52-4C2F-AC09D0B75790}"/>
              </a:ext>
            </a:extLst>
          </p:cNvPr>
          <p:cNvSpPr/>
          <p:nvPr/>
        </p:nvSpPr>
        <p:spPr>
          <a:xfrm>
            <a:off x="296741" y="242484"/>
            <a:ext cx="272863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870786-FC60-BA38-F6F0-E1F94B1D0425}"/>
              </a:ext>
            </a:extLst>
          </p:cNvPr>
          <p:cNvSpPr/>
          <p:nvPr/>
        </p:nvSpPr>
        <p:spPr>
          <a:xfrm>
            <a:off x="322982" y="533003"/>
            <a:ext cx="246253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942B3F-C44E-E49D-C240-860CFB162E67}"/>
              </a:ext>
            </a:extLst>
          </p:cNvPr>
          <p:cNvSpPr/>
          <p:nvPr/>
        </p:nvSpPr>
        <p:spPr>
          <a:xfrm>
            <a:off x="322982" y="844684"/>
            <a:ext cx="145905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6BEBC7-6306-0D0D-10D3-F15D6C2C4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00602527-EC75-9458-5B67-0DD54517B4C8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E070D-9BC5-3A28-56F7-F7FC80052728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7E2C13-0BDB-24E3-7B93-1B89568A2A9E}"/>
              </a:ext>
            </a:extLst>
          </p:cNvPr>
          <p:cNvSpPr/>
          <p:nvPr/>
        </p:nvSpPr>
        <p:spPr>
          <a:xfrm>
            <a:off x="0" y="1744858"/>
            <a:ext cx="1219199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CC786A-06CE-02DD-A14F-F6AC052C8950}"/>
              </a:ext>
            </a:extLst>
          </p:cNvPr>
          <p:cNvSpPr/>
          <p:nvPr/>
        </p:nvSpPr>
        <p:spPr>
          <a:xfrm>
            <a:off x="-63685" y="3476551"/>
            <a:ext cx="12255685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Report Basics</a:t>
            </a:r>
          </a:p>
        </p:txBody>
      </p:sp>
    </p:spTree>
    <p:extLst>
      <p:ext uri="{BB962C8B-B14F-4D97-AF65-F5344CB8AC3E}">
        <p14:creationId xmlns:p14="http://schemas.microsoft.com/office/powerpoint/2010/main" val="306286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43627E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792437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Creating  Simple Report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BF2A6-D1C5-4DEF-F9AE-8EE77E99E2C2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chemeClr val="accent2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4D79-EAEE-AAED-8D09-2E2FB521EA4F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C37BCE-F538-35E4-BF4F-30F31997E17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E7A840-52C8-6B62-B619-704598FB3C38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3E91B1C-2152-32E4-47FF-DB6AB580855D}"/>
              </a:ext>
            </a:extLst>
          </p:cNvPr>
          <p:cNvSpPr txBox="1"/>
          <p:nvPr/>
        </p:nvSpPr>
        <p:spPr>
          <a:xfrm>
            <a:off x="214722" y="2774770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9A7-8F8E-ADD8-94D7-DC29FF82B61F}"/>
              </a:ext>
            </a:extLst>
          </p:cNvPr>
          <p:cNvSpPr txBox="1"/>
          <p:nvPr/>
        </p:nvSpPr>
        <p:spPr>
          <a:xfrm rot="60000">
            <a:off x="1136466" y="2877748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Exploring Report Design View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B26670-FE17-6436-FB11-D246F57DD9B9}"/>
              </a:ext>
            </a:extLst>
          </p:cNvPr>
          <p:cNvSpPr txBox="1"/>
          <p:nvPr/>
        </p:nvSpPr>
        <p:spPr>
          <a:xfrm>
            <a:off x="196959" y="5059048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41681-94CA-4CB3-AB5C-05CA9EC84290}"/>
              </a:ext>
            </a:extLst>
          </p:cNvPr>
          <p:cNvSpPr txBox="1"/>
          <p:nvPr/>
        </p:nvSpPr>
        <p:spPr>
          <a:xfrm rot="60000">
            <a:off x="1118703" y="5162026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Creating Form Using Blank Form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V Boli" panose="02000500030200090000" pitchFamily="2" charset="0"/>
              <a:ea typeface="Open Sans" panose="020B0606030504020204" pitchFamily="34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7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5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 animBg="1"/>
      <p:bldP spid="22" grpId="0"/>
      <p:bldP spid="23" grpId="0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Report?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5F5DAD6-4DB3-1D0A-06A7-970E2F3B938D}"/>
              </a:ext>
            </a:extLst>
          </p:cNvPr>
          <p:cNvGrpSpPr/>
          <p:nvPr/>
        </p:nvGrpSpPr>
        <p:grpSpPr>
          <a:xfrm>
            <a:off x="1587451" y="2133535"/>
            <a:ext cx="9289096" cy="3863003"/>
            <a:chOff x="0" y="0"/>
            <a:chExt cx="3507105" cy="1528151"/>
          </a:xfrm>
        </p:grpSpPr>
        <p:pic>
          <p:nvPicPr>
            <p:cNvPr id="5" name="Picture 4" descr="A close-up of a text&#10;&#10;Description automatically generated">
              <a:extLst>
                <a:ext uri="{FF2B5EF4-FFF2-40B4-BE49-F238E27FC236}">
                  <a16:creationId xmlns:a16="http://schemas.microsoft.com/office/drawing/2014/main" id="{193E670F-5C0C-5D10-58F2-2A583CCD1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3507105" cy="865505"/>
            </a:xfrm>
            <a:prstGeom prst="rect">
              <a:avLst/>
            </a:prstGeom>
          </p:spPr>
        </p:pic>
        <p:pic>
          <p:nvPicPr>
            <p:cNvPr id="6" name="Picture 5" descr="A close up of black text&#10;&#10;Description automatically generated">
              <a:extLst>
                <a:ext uri="{FF2B5EF4-FFF2-40B4-BE49-F238E27FC236}">
                  <a16:creationId xmlns:a16="http://schemas.microsoft.com/office/drawing/2014/main" id="{5EAE9FCD-096A-2D6A-AA1F-D41FB9142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07" y="846161"/>
              <a:ext cx="2220595" cy="6819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073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749001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13A: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Creating Simple Report 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5219"/>
            <a:ext cx="7758953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13B: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Exploring Report Design View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91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13B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D4D0A6-187B-7190-AD95-A96BE3DCB4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441" y="1284642"/>
            <a:ext cx="5754969" cy="20502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AA3981-64AA-0C25-A2FB-C183EAC403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4259" y="3863574"/>
            <a:ext cx="4115550" cy="2357894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87A9760F-6F78-42EA-1D3C-F3CE12555B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97" y="1657216"/>
            <a:ext cx="1610790" cy="266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3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13B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BA46454-C7AE-0942-6DBF-006513414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24" y="1502915"/>
            <a:ext cx="10474578" cy="132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7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77681D0-AC47-9F1C-86EB-00B477AAF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3" y="150495"/>
            <a:ext cx="4541914" cy="1310754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EB5D2BA-1C9F-2E32-0DFA-57489C3BCA4B}"/>
              </a:ext>
            </a:extLst>
          </p:cNvPr>
          <p:cNvSpPr txBox="1">
            <a:spLocks/>
          </p:cNvSpPr>
          <p:nvPr/>
        </p:nvSpPr>
        <p:spPr>
          <a:xfrm>
            <a:off x="437085" y="6313683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76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MV Boli</vt:lpstr>
      <vt:lpstr>Office Theme</vt:lpstr>
      <vt:lpstr>2_Office Theme</vt:lpstr>
      <vt:lpstr>3_Office Theme</vt:lpstr>
      <vt:lpstr>PowerPoint Presentation</vt:lpstr>
      <vt:lpstr>PowerPoint Presentation</vt:lpstr>
      <vt:lpstr>PowerPoint Presentation</vt:lpstr>
      <vt:lpstr>What is Report?</vt:lpstr>
      <vt:lpstr>Lab 13A:  Creating Simple Report </vt:lpstr>
      <vt:lpstr>Lab 13B:  Exploring Report Design View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 Fawzy</dc:creator>
  <cp:lastModifiedBy>Said Fawzy</cp:lastModifiedBy>
  <cp:revision>24</cp:revision>
  <dcterms:created xsi:type="dcterms:W3CDTF">2025-11-09T07:43:58Z</dcterms:created>
  <dcterms:modified xsi:type="dcterms:W3CDTF">2025-11-10T06:45:37Z</dcterms:modified>
</cp:coreProperties>
</file>