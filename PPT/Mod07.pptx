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399" r:id="rId6"/>
    <p:sldId id="421" r:id="rId7"/>
    <p:sldId id="401" r:id="rId8"/>
    <p:sldId id="481" r:id="rId9"/>
    <p:sldId id="419" r:id="rId10"/>
    <p:sldId id="422" r:id="rId11"/>
    <p:sldId id="423" r:id="rId12"/>
    <p:sldId id="420" r:id="rId13"/>
    <p:sldId id="425" r:id="rId14"/>
    <p:sldId id="482" r:id="rId15"/>
    <p:sldId id="483" r:id="rId16"/>
    <p:sldId id="484" r:id="rId17"/>
    <p:sldId id="426" r:id="rId18"/>
    <p:sldId id="485" r:id="rId19"/>
    <p:sldId id="486" r:id="rId20"/>
    <p:sldId id="4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11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59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96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76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64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55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38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08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59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01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912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5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223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69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36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73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20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214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857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01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969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3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2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1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1115360" y="3137306"/>
            <a:ext cx="7873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Query Basics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51" y="1240021"/>
            <a:ext cx="3600000" cy="635091"/>
            <a:chOff x="1437351" y="1240021"/>
            <a:chExt cx="3600000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1" y="124002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615267" y="1543089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Query Using Query Wizard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92256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358630"/>
            <a:ext cx="4007481" cy="1051257"/>
            <a:chOff x="1437351" y="2358630"/>
            <a:chExt cx="4007481" cy="105125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30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1518281" y="2671223"/>
              <a:ext cx="392655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Query View Modes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04117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64870-6B63-42D0-8F14-11DB5DD34C01}"/>
              </a:ext>
            </a:extLst>
          </p:cNvPr>
          <p:cNvGrpSpPr/>
          <p:nvPr/>
        </p:nvGrpSpPr>
        <p:grpSpPr>
          <a:xfrm>
            <a:off x="1437351" y="3508485"/>
            <a:ext cx="3600000" cy="635091"/>
            <a:chOff x="1437351" y="3508485"/>
            <a:chExt cx="3600000" cy="63509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4F560C-A913-4090-9959-6C383EC2884F}"/>
                </a:ext>
              </a:extLst>
            </p:cNvPr>
            <p:cNvSpPr/>
            <p:nvPr/>
          </p:nvSpPr>
          <p:spPr>
            <a:xfrm flipV="1">
              <a:off x="1437351" y="3508485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6302-C5A7-4907-ABF1-8DD9AEA874F5}"/>
                </a:ext>
              </a:extLst>
            </p:cNvPr>
            <p:cNvSpPr txBox="1"/>
            <p:nvPr/>
          </p:nvSpPr>
          <p:spPr>
            <a:xfrm>
              <a:off x="1615267" y="3821078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Query Using Design View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7C455A-AC74-479B-AE4B-995389E7560F}"/>
              </a:ext>
            </a:extLst>
          </p:cNvPr>
          <p:cNvSpPr txBox="1"/>
          <p:nvPr/>
        </p:nvSpPr>
        <p:spPr>
          <a:xfrm>
            <a:off x="1366405" y="318045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EF9E77-574A-472A-9033-74F762D0FFFE}"/>
              </a:ext>
            </a:extLst>
          </p:cNvPr>
          <p:cNvGrpSpPr/>
          <p:nvPr/>
        </p:nvGrpSpPr>
        <p:grpSpPr>
          <a:xfrm>
            <a:off x="1437351" y="4595186"/>
            <a:ext cx="3938205" cy="635091"/>
            <a:chOff x="1437351" y="4595186"/>
            <a:chExt cx="3938205" cy="63509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5014D-DEA7-40C6-8F42-75D6E870D921}"/>
                </a:ext>
              </a:extLst>
            </p:cNvPr>
            <p:cNvSpPr/>
            <p:nvPr/>
          </p:nvSpPr>
          <p:spPr>
            <a:xfrm flipV="1">
              <a:off x="1437351" y="4595186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18858D-92CA-4C6D-B72C-30113CF40202}"/>
                </a:ext>
              </a:extLst>
            </p:cNvPr>
            <p:cNvSpPr txBox="1"/>
            <p:nvPr/>
          </p:nvSpPr>
          <p:spPr>
            <a:xfrm>
              <a:off x="1545991" y="4907779"/>
              <a:ext cx="3829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Customize Query with Criteria 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E5BF2B6-2249-4492-AB84-85AC37DCD3F6}"/>
              </a:ext>
            </a:extLst>
          </p:cNvPr>
          <p:cNvSpPr txBox="1"/>
          <p:nvPr/>
        </p:nvSpPr>
        <p:spPr>
          <a:xfrm>
            <a:off x="1337029" y="427772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E8E3CB-5A1C-0E82-A348-B085413B0B6F}"/>
              </a:ext>
            </a:extLst>
          </p:cNvPr>
          <p:cNvGrpSpPr/>
          <p:nvPr/>
        </p:nvGrpSpPr>
        <p:grpSpPr>
          <a:xfrm>
            <a:off x="8934450" y="218153"/>
            <a:ext cx="3062072" cy="548112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C9D4B7-6E07-C223-54C1-F95B9CA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D5DD6-1793-3E29-B2B9-F6A49CD06B66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47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  <p:bldP spid="19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Create Query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DEB8C52-72C3-6ECD-3268-C5C034FE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2207"/>
            <a:ext cx="10905066" cy="4280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00D19E-B26F-367F-05FC-677EB3C8CDA0}"/>
              </a:ext>
            </a:extLst>
          </p:cNvPr>
          <p:cNvSpPr/>
          <p:nvPr/>
        </p:nvSpPr>
        <p:spPr>
          <a:xfrm>
            <a:off x="7707353" y="5000534"/>
            <a:ext cx="4198649" cy="1754326"/>
          </a:xfrm>
          <a:custGeom>
            <a:avLst/>
            <a:gdLst>
              <a:gd name="connsiteX0" fmla="*/ 0 w 4198649"/>
              <a:gd name="connsiteY0" fmla="*/ 0 h 1754326"/>
              <a:gd name="connsiteX1" fmla="*/ 4198649 w 4198649"/>
              <a:gd name="connsiteY1" fmla="*/ 0 h 1754326"/>
              <a:gd name="connsiteX2" fmla="*/ 4198649 w 4198649"/>
              <a:gd name="connsiteY2" fmla="*/ 1754326 h 1754326"/>
              <a:gd name="connsiteX3" fmla="*/ 0 w 4198649"/>
              <a:gd name="connsiteY3" fmla="*/ 1754326 h 1754326"/>
              <a:gd name="connsiteX4" fmla="*/ 0 w 4198649"/>
              <a:gd name="connsiteY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8649" h="1754326" fill="none" extrusionOk="0">
                <a:moveTo>
                  <a:pt x="0" y="0"/>
                </a:moveTo>
                <a:cubicBezTo>
                  <a:pt x="2035195" y="-33775"/>
                  <a:pt x="2486204" y="138873"/>
                  <a:pt x="4198649" y="0"/>
                </a:cubicBezTo>
                <a:cubicBezTo>
                  <a:pt x="4224725" y="190305"/>
                  <a:pt x="4180667" y="1262717"/>
                  <a:pt x="4198649" y="1754326"/>
                </a:cubicBezTo>
                <a:cubicBezTo>
                  <a:pt x="2835336" y="1616996"/>
                  <a:pt x="487177" y="1616470"/>
                  <a:pt x="0" y="1754326"/>
                </a:cubicBezTo>
                <a:cubicBezTo>
                  <a:pt x="25931" y="954614"/>
                  <a:pt x="45305" y="226420"/>
                  <a:pt x="0" y="0"/>
                </a:cubicBezTo>
                <a:close/>
              </a:path>
              <a:path w="4198649" h="1754326" stroke="0" extrusionOk="0">
                <a:moveTo>
                  <a:pt x="0" y="0"/>
                </a:moveTo>
                <a:cubicBezTo>
                  <a:pt x="1252612" y="-101487"/>
                  <a:pt x="2786118" y="-162162"/>
                  <a:pt x="4198649" y="0"/>
                </a:cubicBezTo>
                <a:cubicBezTo>
                  <a:pt x="4129074" y="826540"/>
                  <a:pt x="4215259" y="1166658"/>
                  <a:pt x="4198649" y="1754326"/>
                </a:cubicBezTo>
                <a:cubicBezTo>
                  <a:pt x="2503612" y="1804391"/>
                  <a:pt x="1332954" y="1595877"/>
                  <a:pt x="0" y="1754326"/>
                </a:cubicBezTo>
                <a:cubicBezTo>
                  <a:pt x="103244" y="1148964"/>
                  <a:pt x="131443" y="77949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You can Use: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Query Wizard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9672A-5F2E-E5B6-4CDD-3E12EED0F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" y="1753340"/>
            <a:ext cx="6109855" cy="482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8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4A: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Query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Wizard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4A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89D4846-1B7B-268E-AA6E-AB9DBBEAC5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725" y="1749444"/>
            <a:ext cx="4571440" cy="36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0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Create Query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DEB8C52-72C3-6ECD-3268-C5C034FE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2207"/>
            <a:ext cx="10905066" cy="4280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00D19E-B26F-367F-05FC-677EB3C8CDA0}"/>
              </a:ext>
            </a:extLst>
          </p:cNvPr>
          <p:cNvSpPr/>
          <p:nvPr/>
        </p:nvSpPr>
        <p:spPr>
          <a:xfrm>
            <a:off x="7744958" y="5000534"/>
            <a:ext cx="4123438" cy="1754326"/>
          </a:xfrm>
          <a:custGeom>
            <a:avLst/>
            <a:gdLst>
              <a:gd name="connsiteX0" fmla="*/ 0 w 4123438"/>
              <a:gd name="connsiteY0" fmla="*/ 0 h 1754326"/>
              <a:gd name="connsiteX1" fmla="*/ 4123438 w 4123438"/>
              <a:gd name="connsiteY1" fmla="*/ 0 h 1754326"/>
              <a:gd name="connsiteX2" fmla="*/ 4123438 w 4123438"/>
              <a:gd name="connsiteY2" fmla="*/ 1754326 h 1754326"/>
              <a:gd name="connsiteX3" fmla="*/ 0 w 4123438"/>
              <a:gd name="connsiteY3" fmla="*/ 1754326 h 1754326"/>
              <a:gd name="connsiteX4" fmla="*/ 0 w 4123438"/>
              <a:gd name="connsiteY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3438" h="1754326" fill="none" extrusionOk="0">
                <a:moveTo>
                  <a:pt x="0" y="0"/>
                </a:moveTo>
                <a:cubicBezTo>
                  <a:pt x="1853944" y="-33775"/>
                  <a:pt x="2804387" y="138873"/>
                  <a:pt x="4123438" y="0"/>
                </a:cubicBezTo>
                <a:cubicBezTo>
                  <a:pt x="4149514" y="190305"/>
                  <a:pt x="4105456" y="1262717"/>
                  <a:pt x="4123438" y="1754326"/>
                </a:cubicBezTo>
                <a:cubicBezTo>
                  <a:pt x="2685638" y="1616996"/>
                  <a:pt x="428467" y="1616470"/>
                  <a:pt x="0" y="1754326"/>
                </a:cubicBezTo>
                <a:cubicBezTo>
                  <a:pt x="25931" y="954614"/>
                  <a:pt x="45305" y="226420"/>
                  <a:pt x="0" y="0"/>
                </a:cubicBezTo>
                <a:close/>
              </a:path>
              <a:path w="4123438" h="1754326" stroke="0" extrusionOk="0">
                <a:moveTo>
                  <a:pt x="0" y="0"/>
                </a:moveTo>
                <a:cubicBezTo>
                  <a:pt x="866811" y="-101487"/>
                  <a:pt x="2938816" y="-162162"/>
                  <a:pt x="4123438" y="0"/>
                </a:cubicBezTo>
                <a:cubicBezTo>
                  <a:pt x="4053863" y="826540"/>
                  <a:pt x="4140048" y="1166658"/>
                  <a:pt x="4123438" y="1754326"/>
                </a:cubicBezTo>
                <a:cubicBezTo>
                  <a:pt x="3259467" y="1804391"/>
                  <a:pt x="1909037" y="1595877"/>
                  <a:pt x="0" y="1754326"/>
                </a:cubicBezTo>
                <a:cubicBezTo>
                  <a:pt x="103244" y="1148964"/>
                  <a:pt x="131443" y="77949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You can Use: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Query Design</a:t>
            </a:r>
          </a:p>
        </p:txBody>
      </p:sp>
    </p:spTree>
    <p:extLst>
      <p:ext uri="{BB962C8B-B14F-4D97-AF65-F5344CB8AC3E}">
        <p14:creationId xmlns:p14="http://schemas.microsoft.com/office/powerpoint/2010/main" val="186352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Create Query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A8609-D1C7-F32D-0925-DAC353668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38" y="1586397"/>
            <a:ext cx="10326541" cy="5458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7768F-93A0-C10E-3C49-C8223B0F1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38" y="1485629"/>
            <a:ext cx="11009889" cy="54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9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View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2D8FA-3BEC-4445-E0B8-43A023FA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957" y="643466"/>
            <a:ext cx="412341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5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66EE2-0BEE-BA18-156E-56E8E788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33" y="643467"/>
            <a:ext cx="8162734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24779-2259-A120-D752-0029FDB27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02" y="648884"/>
            <a:ext cx="8041265" cy="5655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F71F4-771A-1046-DDEE-BAC64E57F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5" y="631891"/>
            <a:ext cx="8041265" cy="57111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138C26-FAD8-9D42-1BC4-BACEE4100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090" y="863026"/>
            <a:ext cx="7686324" cy="535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5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4B: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Create Query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design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8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AFF934A-EB40-1247-929B-69E876678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40" y="1198337"/>
            <a:ext cx="4470395" cy="517357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7F1EAF8-8C44-DAA6-7028-855F1A13D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742" y="844962"/>
            <a:ext cx="3841194" cy="227065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ED37127-3EF2-1FCB-621A-60A46ABD3F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298" y="3429000"/>
            <a:ext cx="3724462" cy="25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3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4B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4CCC8F1-81CE-E863-D864-DA60807D5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80" y="1569822"/>
            <a:ext cx="2626252" cy="3930565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EAAE0EB-D370-53D3-8F6D-3083C8D52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515" y="4302616"/>
            <a:ext cx="3692110" cy="134368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0B5339BC-9329-4B45-EA42-95C48C5AC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952" y="2137079"/>
            <a:ext cx="3637927" cy="166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1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47E9050-81DD-0314-4B01-AA2A0433A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175" y="2194803"/>
            <a:ext cx="9409888" cy="17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8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4C: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Customize Query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with Criteria 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3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36C8D2-AAD9-3922-37CD-00C44A26B2BC}"/>
              </a:ext>
            </a:extLst>
          </p:cNvPr>
          <p:cNvGrpSpPr/>
          <p:nvPr/>
        </p:nvGrpSpPr>
        <p:grpSpPr>
          <a:xfrm>
            <a:off x="1999129" y="2240579"/>
            <a:ext cx="8477560" cy="2759438"/>
            <a:chOff x="0" y="0"/>
            <a:chExt cx="5486400" cy="1534160"/>
          </a:xfrm>
        </p:grpSpPr>
        <p:pic>
          <p:nvPicPr>
            <p:cNvPr id="5" name="Picture 4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004B8EA2-AC20-32D1-E44C-6F2D8B0C4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486400" cy="1534160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0E993B6-1FC8-A978-543C-167F0A7ECB06}"/>
                </a:ext>
              </a:extLst>
            </p:cNvPr>
            <p:cNvSpPr/>
            <p:nvPr/>
          </p:nvSpPr>
          <p:spPr>
            <a:xfrm>
              <a:off x="0" y="639147"/>
              <a:ext cx="5476672" cy="97971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301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4C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B6D03A5-FBA7-4782-DECC-CC908FCCE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806" y="3774708"/>
            <a:ext cx="4558750" cy="1751631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193ECB2-A279-9356-2F96-5359997D9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380" y="2023077"/>
            <a:ext cx="3654355" cy="175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1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130</Words>
  <Application>Microsoft Office PowerPoint</Application>
  <PresentationFormat>Widescreen</PresentationFormat>
  <Paragraphs>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Open Sans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How to Create Query </vt:lpstr>
      <vt:lpstr>Lab 4A:  Creating Query  Using Wizard</vt:lpstr>
      <vt:lpstr>PowerPoint Presentation</vt:lpstr>
      <vt:lpstr>How to Create Query </vt:lpstr>
      <vt:lpstr>How to Create Query </vt:lpstr>
      <vt:lpstr>Query View Modes</vt:lpstr>
      <vt:lpstr>PowerPoint Presentation</vt:lpstr>
      <vt:lpstr>Lab 4B:  Create Query  using design view</vt:lpstr>
      <vt:lpstr>PowerPoint Presentation</vt:lpstr>
      <vt:lpstr>PowerPoint Presentation</vt:lpstr>
      <vt:lpstr>PowerPoint Presentation</vt:lpstr>
      <vt:lpstr>Lab 4C:  Customize Query  with Criteria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19</cp:revision>
  <dcterms:created xsi:type="dcterms:W3CDTF">2025-11-09T07:43:58Z</dcterms:created>
  <dcterms:modified xsi:type="dcterms:W3CDTF">2025-11-10T06:45:06Z</dcterms:modified>
</cp:coreProperties>
</file>