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46" r:id="rId6"/>
    <p:sldId id="457" r:id="rId7"/>
    <p:sldId id="453" r:id="rId8"/>
    <p:sldId id="401" r:id="rId9"/>
    <p:sldId id="405" r:id="rId10"/>
    <p:sldId id="459" r:id="rId11"/>
    <p:sldId id="460" r:id="rId12"/>
    <p:sldId id="461" r:id="rId13"/>
    <p:sldId id="462" r:id="rId14"/>
    <p:sldId id="463" r:id="rId15"/>
    <p:sldId id="464" r:id="rId16"/>
    <p:sldId id="465" r:id="rId17"/>
    <p:sldId id="454" r:id="rId18"/>
    <p:sldId id="455" r:id="rId19"/>
    <p:sldId id="456" r:id="rId20"/>
    <p:sldId id="4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75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8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7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98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91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33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038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57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70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58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06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94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04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405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02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1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976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097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86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912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7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4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2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1115360" y="3137306"/>
            <a:ext cx="7873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Form Basics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Benefits of Using forms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a Form 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Form Three View Modes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FF3399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Form Ribbon Tabs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990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Form Record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Form Record Management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24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B1E48024-03A8-AC32-0889-A5DD09764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73" y="1636411"/>
            <a:ext cx="10669322" cy="22771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B9664F-4188-E19E-1A0C-8E01C10B615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Benefits of Using Forms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19AC9-0373-F8C8-3182-28B06BF66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08" y="3950776"/>
            <a:ext cx="9170942" cy="262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9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9A: Creating a Form 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6DA93A57-03F9-F2FB-0F21-3A31D574E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973" y="1730375"/>
            <a:ext cx="4358483" cy="340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0AD095F-1367-E8CC-7205-49846390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56" y="1552306"/>
            <a:ext cx="4777262" cy="107629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B20EB90-F678-3B5E-784A-81038EF4C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552" y="2829862"/>
            <a:ext cx="2580806" cy="2808937"/>
          </a:xfrm>
          <a:prstGeom prst="rect">
            <a:avLst/>
          </a:prstGeom>
        </p:spPr>
      </p:pic>
      <p:pic>
        <p:nvPicPr>
          <p:cNvPr id="5" name="Picture 4" descr="A picture containing text, font, screenshot, line&#10;&#10;Description automatically generated">
            <a:extLst>
              <a:ext uri="{FF2B5EF4-FFF2-40B4-BE49-F238E27FC236}">
                <a16:creationId xmlns:a16="http://schemas.microsoft.com/office/drawing/2014/main" id="{C2CF915C-C6D3-3E7A-B497-DE77EF77E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516" y="4267388"/>
            <a:ext cx="3327826" cy="90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pic>
        <p:nvPicPr>
          <p:cNvPr id="3" name="Picture 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0560251-3FBB-70E8-2873-937696498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310" y="886722"/>
            <a:ext cx="2849937" cy="437355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D54D098-64D6-E2D6-9C71-9824BE2B6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36" y="1845944"/>
            <a:ext cx="3950652" cy="356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1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3579F0F-999A-C252-F7B6-922165D86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260119"/>
            <a:ext cx="3052353" cy="324912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2E46CED-2C7D-A958-D0ED-559B3C0FE076}"/>
              </a:ext>
            </a:extLst>
          </p:cNvPr>
          <p:cNvGrpSpPr/>
          <p:nvPr/>
        </p:nvGrpSpPr>
        <p:grpSpPr>
          <a:xfrm>
            <a:off x="5247396" y="1260119"/>
            <a:ext cx="5794338" cy="1117805"/>
            <a:chOff x="0" y="0"/>
            <a:chExt cx="3305175" cy="793115"/>
          </a:xfrm>
        </p:grpSpPr>
        <p:pic>
          <p:nvPicPr>
            <p:cNvPr id="6" name="Picture 5" descr="A screenshot of a computer&#10;&#10;Description automatically generated with low confidence">
              <a:extLst>
                <a:ext uri="{FF2B5EF4-FFF2-40B4-BE49-F238E27FC236}">
                  <a16:creationId xmlns:a16="http://schemas.microsoft.com/office/drawing/2014/main" id="{3686F9CD-63DE-2AF2-5A2A-52CC75087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305175" cy="793115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919936A-F72C-8FEE-D6DA-3CA2D2D0383C}"/>
                </a:ext>
              </a:extLst>
            </p:cNvPr>
            <p:cNvSpPr/>
            <p:nvPr/>
          </p:nvSpPr>
          <p:spPr>
            <a:xfrm>
              <a:off x="666750" y="285750"/>
              <a:ext cx="285750" cy="32385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6E0685C-21E2-F0A6-96B5-12CAAD0FF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190" y="3349777"/>
            <a:ext cx="3407904" cy="207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6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2B8AC791-4C3B-20D7-575D-DEDFB9AA8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396" y="1399800"/>
            <a:ext cx="4525263" cy="2338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E88F26-E435-CB38-B037-413852A7F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343" y="2966476"/>
            <a:ext cx="4652772" cy="305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7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C92416-3C58-90FD-2C19-415D46E0F10F}"/>
              </a:ext>
            </a:extLst>
          </p:cNvPr>
          <p:cNvGrpSpPr/>
          <p:nvPr/>
        </p:nvGrpSpPr>
        <p:grpSpPr>
          <a:xfrm>
            <a:off x="2988328" y="1196040"/>
            <a:ext cx="4040001" cy="4648947"/>
            <a:chOff x="0" y="0"/>
            <a:chExt cx="2486025" cy="28702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19FBE01-79A0-DCCA-03F3-886839B9E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486025" cy="2870200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C1EFE55-6CE4-DF82-35CE-E6DFE14C0172}"/>
                </a:ext>
              </a:extLst>
            </p:cNvPr>
            <p:cNvSpPr/>
            <p:nvPr/>
          </p:nvSpPr>
          <p:spPr>
            <a:xfrm>
              <a:off x="293716" y="2471650"/>
              <a:ext cx="969819" cy="152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E108B83-0FF1-199E-5AF1-46F128A8515A}"/>
                </a:ext>
              </a:extLst>
            </p:cNvPr>
            <p:cNvSpPr/>
            <p:nvPr/>
          </p:nvSpPr>
          <p:spPr>
            <a:xfrm>
              <a:off x="83127" y="2626821"/>
              <a:ext cx="958735" cy="152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806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554A05C-C365-913F-5EE9-FDBB512D8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099" y="3766371"/>
            <a:ext cx="3933395" cy="24407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1E2D5D-EDB1-C289-E9C9-64E95BE9A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13" y="1409065"/>
            <a:ext cx="6365138" cy="267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6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9A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7E56E5-A8D6-5728-47E4-FF853E743FF7}"/>
              </a:ext>
            </a:extLst>
          </p:cNvPr>
          <p:cNvGrpSpPr/>
          <p:nvPr/>
        </p:nvGrpSpPr>
        <p:grpSpPr>
          <a:xfrm>
            <a:off x="7019888" y="5120154"/>
            <a:ext cx="3710865" cy="948952"/>
            <a:chOff x="0" y="0"/>
            <a:chExt cx="1876425" cy="4381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8D5E43-930B-E8B3-6498-5227700CD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876425" cy="438150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CE2033D-C1A8-9825-9697-D45A8A2CB893}"/>
                </a:ext>
              </a:extLst>
            </p:cNvPr>
            <p:cNvSpPr/>
            <p:nvPr/>
          </p:nvSpPr>
          <p:spPr>
            <a:xfrm>
              <a:off x="1501833" y="105294"/>
              <a:ext cx="304800" cy="2382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1C0B836-731A-F9D2-BB30-B6ED21933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313" y="1498862"/>
            <a:ext cx="4779122" cy="338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6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C06A-8A40-62EF-45D7-8532A75E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Form View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F051D-50FD-2FE2-1029-242BDF46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143" y="1864478"/>
            <a:ext cx="1857634" cy="259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D9FCEE-434C-84DD-398C-ED0D290D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550" y="1874005"/>
            <a:ext cx="7106642" cy="2581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43C70B-084B-CB08-B9F5-12808C8A6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550" y="1954125"/>
            <a:ext cx="7173326" cy="2591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3ED0BA-97EB-4D7E-1C3D-47946DF1A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498" y="2011283"/>
            <a:ext cx="7125694" cy="25340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A594F5-6EF8-CD3B-ADED-D306AAD0D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2203" y="380818"/>
            <a:ext cx="253400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3A0C0-34BC-F395-61FB-63D35593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1341"/>
            <a:ext cx="4961966" cy="1100441"/>
          </a:xfr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Form Ribbon Tabs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E32F850-42F8-A414-4DE1-A97C7A062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41" y="2821669"/>
            <a:ext cx="10515599" cy="168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6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3A0C0-34BC-F395-61FB-63D35593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1341"/>
            <a:ext cx="6853518" cy="1100441"/>
          </a:xfr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Form Record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19CB2-B514-169C-92CB-E8C006462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8" y="2358177"/>
            <a:ext cx="9050013" cy="1019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7B17D4-7D82-AFD0-3687-909DFD1BA7FB}"/>
              </a:ext>
            </a:extLst>
          </p:cNvPr>
          <p:cNvSpPr/>
          <p:nvPr/>
        </p:nvSpPr>
        <p:spPr>
          <a:xfrm>
            <a:off x="2651988" y="3879959"/>
            <a:ext cx="688497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prstClr val="white">
                    <a:lumMod val="50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You will have the same ribbon option on Home tab to mange the record s in the table datasheet view</a:t>
            </a:r>
          </a:p>
        </p:txBody>
      </p:sp>
    </p:spTree>
    <p:extLst>
      <p:ext uri="{BB962C8B-B14F-4D97-AF65-F5344CB8AC3E}">
        <p14:creationId xmlns:p14="http://schemas.microsoft.com/office/powerpoint/2010/main" val="78629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119</Words>
  <Application>Microsoft Office PowerPoint</Application>
  <PresentationFormat>Widescreen</PresentationFormat>
  <Paragraphs>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MV Boli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Benefits of Using Forms</vt:lpstr>
      <vt:lpstr>Lab 9A: Creating a Form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 View Modes</vt:lpstr>
      <vt:lpstr>Form Ribbon Tabs</vt:lpstr>
      <vt:lpstr>Form Record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22</cp:revision>
  <dcterms:created xsi:type="dcterms:W3CDTF">2025-11-09T07:43:58Z</dcterms:created>
  <dcterms:modified xsi:type="dcterms:W3CDTF">2025-11-10T06:45:19Z</dcterms:modified>
</cp:coreProperties>
</file>