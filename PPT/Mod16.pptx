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74" r:id="rId6"/>
    <p:sldId id="475" r:id="rId7"/>
    <p:sldId id="476" r:id="rId8"/>
    <p:sldId id="477" r:id="rId9"/>
    <p:sldId id="482" r:id="rId10"/>
    <p:sldId id="483" r:id="rId11"/>
    <p:sldId id="511" r:id="rId12"/>
    <p:sldId id="512" r:id="rId13"/>
    <p:sldId id="513" r:id="rId14"/>
    <p:sldId id="515" r:id="rId15"/>
    <p:sldId id="516" r:id="rId16"/>
    <p:sldId id="484" r:id="rId17"/>
    <p:sldId id="459" r:id="rId18"/>
    <p:sldId id="460" r:id="rId19"/>
    <p:sldId id="485" r:id="rId20"/>
    <p:sldId id="461" r:id="rId21"/>
    <p:sldId id="464" r:id="rId22"/>
    <p:sldId id="462" r:id="rId23"/>
    <p:sldId id="465" r:id="rId24"/>
    <p:sldId id="463" r:id="rId25"/>
    <p:sldId id="466" r:id="rId26"/>
    <p:sldId id="467" r:id="rId27"/>
    <p:sldId id="468" r:id="rId28"/>
    <p:sldId id="517" r:id="rId29"/>
    <p:sldId id="486" r:id="rId30"/>
    <p:sldId id="518" r:id="rId31"/>
    <p:sldId id="519" r:id="rId32"/>
    <p:sldId id="520" r:id="rId33"/>
    <p:sldId id="469" r:id="rId34"/>
    <p:sldId id="470" r:id="rId35"/>
    <p:sldId id="471" r:id="rId36"/>
    <p:sldId id="472" r:id="rId37"/>
    <p:sldId id="473" r:id="rId38"/>
    <p:sldId id="52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015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6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26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17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00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2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757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280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97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116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397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73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58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606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21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192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3893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058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874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0548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13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12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8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813996" y="3137306"/>
            <a:ext cx="139012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54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95" y="1867710"/>
            <a:ext cx="10261600" cy="402423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</a:t>
            </a:r>
            <a:b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Tables</a:t>
            </a:r>
          </a:p>
        </p:txBody>
      </p:sp>
    </p:spTree>
    <p:extLst>
      <p:ext uri="{BB962C8B-B14F-4D97-AF65-F5344CB8AC3E}">
        <p14:creationId xmlns:p14="http://schemas.microsoft.com/office/powerpoint/2010/main" val="22824954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Create Tables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843DD7D-96A6-DDE3-6942-529D8E0A1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41" y="2376257"/>
            <a:ext cx="4050806" cy="188073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B539502-0BE4-4BC1-BD43-63B45FE9E9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404" y="2011253"/>
            <a:ext cx="5859476" cy="398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53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Create Tables</a:t>
            </a: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98D42AFA-9008-BB80-4A2C-FF483DD21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448" y="1928621"/>
            <a:ext cx="5540552" cy="1897515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CA52A64-2FE1-9753-7C2F-BF23B2C530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145" y="4328710"/>
            <a:ext cx="5340851" cy="179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2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Table Relationship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C182A95-69C1-8784-E603-F620C76CB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48" y="2316592"/>
            <a:ext cx="10878304" cy="342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3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91537F-2352-B97A-633F-61400D2C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Table Relationship</a:t>
            </a:r>
          </a:p>
        </p:txBody>
      </p:sp>
      <p:pic>
        <p:nvPicPr>
          <p:cNvPr id="2" name="Picture 1" descr="A screenshot of a project&#10;&#10;Description automatically generated">
            <a:extLst>
              <a:ext uri="{FF2B5EF4-FFF2-40B4-BE49-F238E27FC236}">
                <a16:creationId xmlns:a16="http://schemas.microsoft.com/office/drawing/2014/main" id="{8A18145D-7991-F988-B401-BB1315F43E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366" y="2341941"/>
            <a:ext cx="6369267" cy="340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17" y="1443319"/>
            <a:ext cx="10261600" cy="440456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II</a:t>
            </a:r>
            <a:b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Queries</a:t>
            </a:r>
          </a:p>
        </p:txBody>
      </p:sp>
    </p:spTree>
    <p:extLst>
      <p:ext uri="{BB962C8B-B14F-4D97-AF65-F5344CB8AC3E}">
        <p14:creationId xmlns:p14="http://schemas.microsoft.com/office/powerpoint/2010/main" val="1112172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9118D-B586-2674-3C3C-26C82A55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Queries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EACD422-DADA-31D6-59D7-5AF144546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193" y="467208"/>
            <a:ext cx="391221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1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9118D-B586-2674-3C3C-26C82A55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Queries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17AC1DE-A6DC-BD70-028B-5EC9A030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294" y="799356"/>
            <a:ext cx="5335322" cy="503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2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9118D-B586-2674-3C3C-26C82A55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Queries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8FCA399-E94A-F7A3-5E56-22CDF1A88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840" y="1522806"/>
            <a:ext cx="7553359" cy="4316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58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9118D-B586-2674-3C3C-26C82A55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Queries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7F63F166-EDC2-96A0-51E5-98D4B907B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678" y="1241587"/>
            <a:ext cx="6529227" cy="477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2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9118D-B586-2674-3C3C-26C82A556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Queries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2D7649E-818B-479D-074A-9D658032E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374" y="1583783"/>
            <a:ext cx="6698532" cy="42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3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17" y="1443319"/>
            <a:ext cx="10261600" cy="440456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III</a:t>
            </a:r>
            <a:b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Forms</a:t>
            </a:r>
          </a:p>
        </p:txBody>
      </p:sp>
    </p:spTree>
    <p:extLst>
      <p:ext uri="{BB962C8B-B14F-4D97-AF65-F5344CB8AC3E}">
        <p14:creationId xmlns:p14="http://schemas.microsoft.com/office/powerpoint/2010/main" val="1681210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Departments Form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EE5C663-3A32-EA29-2B87-E108200CD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543" y="2328414"/>
            <a:ext cx="6076718" cy="273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3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Projects  Form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F799211-1637-62D2-BB7D-B49189334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958" y="2525276"/>
            <a:ext cx="8357699" cy="23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84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Employees  Form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8ADB5A8-6D4D-2CDC-ECC8-AC12B81451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969" y="2151492"/>
            <a:ext cx="5505208" cy="423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Projects Employees Form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FFE16D0-3EF1-7D17-E568-4ABA139C0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622" y="2513573"/>
            <a:ext cx="7043521" cy="29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8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Projects Employees 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839283-1D92-F8BB-E87A-B0A5C8E46D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499" y="2021890"/>
            <a:ext cx="6770120" cy="442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19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Create Main Form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9D3B6FC9-017D-4A9F-084A-6D702338A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850" y="1740348"/>
            <a:ext cx="4682982" cy="486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66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59A8B-526A-6288-15B4-D47EBAE44831}"/>
              </a:ext>
            </a:extLst>
          </p:cNvPr>
          <p:cNvSpPr txBox="1"/>
          <p:nvPr/>
        </p:nvSpPr>
        <p:spPr>
          <a:xfrm>
            <a:off x="4038600" y="1939159"/>
            <a:ext cx="7644627" cy="27510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Design Employee Form in Details</a:t>
            </a:r>
          </a:p>
        </p:txBody>
      </p:sp>
    </p:spTree>
    <p:extLst>
      <p:ext uri="{BB962C8B-B14F-4D97-AF65-F5344CB8AC3E}">
        <p14:creationId xmlns:p14="http://schemas.microsoft.com/office/powerpoint/2010/main" val="143967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EB88E-D63A-8E22-9B54-43C49CEA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Arrange Controls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D0A246D0-6A12-1B75-DEDE-FAE0840F9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008375"/>
            <a:ext cx="7225748" cy="4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4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5576B6-E660-D07F-135A-A28565B1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Add Rectangle as Background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60F4783-0206-414D-8437-E7253E5F0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3216354"/>
            <a:ext cx="5131088" cy="1927781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88B514A-B31E-5AB3-70B6-1526AD818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465747"/>
            <a:ext cx="5131087" cy="350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8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45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52483-2590-9BA6-D7C7-B1BEEE54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Adjust the Photo Control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E4E91FB-63A4-39EB-BF32-95CB3AEE5E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158406"/>
            <a:ext cx="7188199" cy="45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79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45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52483-2590-9BA6-D7C7-B1BEEE54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Adjust the Photo Control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00E7195-485E-F5E4-CA47-019EFEE4DA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899" y="959051"/>
            <a:ext cx="7576537" cy="493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0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DF522-EBB5-8BC1-1430-BD4B6C5D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933" y="3827844"/>
            <a:ext cx="6766405" cy="11681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E"/>
                </a:solidFill>
              </a:rPr>
              <a:t>Adding Buttons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F4792E-DF83-4D24-9924-01EC30A32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58512"/>
            <a:ext cx="3952259" cy="5932172"/>
          </a:xfrm>
          <a:custGeom>
            <a:avLst/>
            <a:gdLst>
              <a:gd name="connsiteX0" fmla="*/ 986173 w 3952259"/>
              <a:gd name="connsiteY0" fmla="*/ 0 h 5932172"/>
              <a:gd name="connsiteX1" fmla="*/ 3952259 w 3952259"/>
              <a:gd name="connsiteY1" fmla="*/ 2966086 h 5932172"/>
              <a:gd name="connsiteX2" fmla="*/ 986173 w 3952259"/>
              <a:gd name="connsiteY2" fmla="*/ 5932172 h 5932172"/>
              <a:gd name="connsiteX3" fmla="*/ 104150 w 3952259"/>
              <a:gd name="connsiteY3" fmla="*/ 5798823 h 5932172"/>
              <a:gd name="connsiteX4" fmla="*/ 0 w 3952259"/>
              <a:gd name="connsiteY4" fmla="*/ 5760704 h 5932172"/>
              <a:gd name="connsiteX5" fmla="*/ 0 w 3952259"/>
              <a:gd name="connsiteY5" fmla="*/ 171469 h 5932172"/>
              <a:gd name="connsiteX6" fmla="*/ 104150 w 3952259"/>
              <a:gd name="connsiteY6" fmla="*/ 133350 h 5932172"/>
              <a:gd name="connsiteX7" fmla="*/ 986173 w 3952259"/>
              <a:gd name="connsiteY7" fmla="*/ 0 h 5932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2259" h="5932172">
                <a:moveTo>
                  <a:pt x="986173" y="0"/>
                </a:moveTo>
                <a:cubicBezTo>
                  <a:pt x="2624297" y="0"/>
                  <a:pt x="3952259" y="1327962"/>
                  <a:pt x="3952259" y="2966086"/>
                </a:cubicBezTo>
                <a:cubicBezTo>
                  <a:pt x="3952259" y="4604210"/>
                  <a:pt x="2624297" y="5932172"/>
                  <a:pt x="986173" y="5932172"/>
                </a:cubicBezTo>
                <a:cubicBezTo>
                  <a:pt x="679025" y="5932172"/>
                  <a:pt x="382781" y="5885486"/>
                  <a:pt x="104150" y="5798823"/>
                </a:cubicBezTo>
                <a:lnTo>
                  <a:pt x="0" y="5760704"/>
                </a:lnTo>
                <a:lnTo>
                  <a:pt x="0" y="171469"/>
                </a:lnTo>
                <a:lnTo>
                  <a:pt x="104150" y="133350"/>
                </a:lnTo>
                <a:cubicBezTo>
                  <a:pt x="382781" y="46686"/>
                  <a:pt x="679025" y="0"/>
                  <a:pt x="98617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5837328-A57C-47AA-B520-C83F4A6BD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8125" y="0"/>
            <a:ext cx="4475748" cy="3256337"/>
          </a:xfrm>
          <a:custGeom>
            <a:avLst/>
            <a:gdLst>
              <a:gd name="connsiteX0" fmla="*/ 246861 w 4475748"/>
              <a:gd name="connsiteY0" fmla="*/ 0 h 3256337"/>
              <a:gd name="connsiteX1" fmla="*/ 4228888 w 4475748"/>
              <a:gd name="connsiteY1" fmla="*/ 0 h 3256337"/>
              <a:gd name="connsiteX2" fmla="*/ 4299885 w 4475748"/>
              <a:gd name="connsiteY2" fmla="*/ 147382 h 3256337"/>
              <a:gd name="connsiteX3" fmla="*/ 4475748 w 4475748"/>
              <a:gd name="connsiteY3" fmla="*/ 1018463 h 3256337"/>
              <a:gd name="connsiteX4" fmla="*/ 2237874 w 4475748"/>
              <a:gd name="connsiteY4" fmla="*/ 3256337 h 3256337"/>
              <a:gd name="connsiteX5" fmla="*/ 0 w 4475748"/>
              <a:gd name="connsiteY5" fmla="*/ 1018463 h 3256337"/>
              <a:gd name="connsiteX6" fmla="*/ 175863 w 4475748"/>
              <a:gd name="connsiteY6" fmla="*/ 147382 h 3256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75748" h="3256337">
                <a:moveTo>
                  <a:pt x="246861" y="0"/>
                </a:moveTo>
                <a:lnTo>
                  <a:pt x="4228888" y="0"/>
                </a:lnTo>
                <a:lnTo>
                  <a:pt x="4299885" y="147382"/>
                </a:lnTo>
                <a:cubicBezTo>
                  <a:pt x="4413128" y="415117"/>
                  <a:pt x="4475748" y="709477"/>
                  <a:pt x="4475748" y="1018463"/>
                </a:cubicBezTo>
                <a:cubicBezTo>
                  <a:pt x="4475748" y="2254407"/>
                  <a:pt x="3473818" y="3256337"/>
                  <a:pt x="2237874" y="3256337"/>
                </a:cubicBezTo>
                <a:cubicBezTo>
                  <a:pt x="1001930" y="3256337"/>
                  <a:pt x="0" y="2254407"/>
                  <a:pt x="0" y="1018463"/>
                </a:cubicBezTo>
                <a:cubicBezTo>
                  <a:pt x="0" y="709477"/>
                  <a:pt x="62621" y="415117"/>
                  <a:pt x="175863" y="14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580241">
            <a:off x="-1784401" y="613620"/>
            <a:ext cx="6199926" cy="6199926"/>
          </a:xfrm>
          <a:prstGeom prst="arc">
            <a:avLst>
              <a:gd name="adj1" fmla="val 14455503"/>
              <a:gd name="adj2" fmla="val 18389131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36EF61-05C6-2B06-CB10-DC524DDB0C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2067" y="1876659"/>
            <a:ext cx="3105086" cy="2972955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CD7825C-0CE1-6626-3AF3-09DB0FDCD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428" y="133707"/>
            <a:ext cx="1921143" cy="2488039"/>
          </a:xfrm>
          <a:custGeom>
            <a:avLst/>
            <a:gdLst/>
            <a:ahLst/>
            <a:cxnLst/>
            <a:rect l="l" t="t" r="r" b="b"/>
            <a:pathLst>
              <a:path w="2487175" h="2487175">
                <a:moveTo>
                  <a:pt x="67328" y="0"/>
                </a:moveTo>
                <a:lnTo>
                  <a:pt x="2419847" y="0"/>
                </a:lnTo>
                <a:cubicBezTo>
                  <a:pt x="2457031" y="0"/>
                  <a:pt x="2487175" y="30144"/>
                  <a:pt x="2487175" y="67328"/>
                </a:cubicBezTo>
                <a:lnTo>
                  <a:pt x="2487175" y="2419847"/>
                </a:lnTo>
                <a:cubicBezTo>
                  <a:pt x="2487175" y="2457031"/>
                  <a:pt x="2457031" y="2487175"/>
                  <a:pt x="2419847" y="2487175"/>
                </a:cubicBezTo>
                <a:lnTo>
                  <a:pt x="67328" y="2487175"/>
                </a:lnTo>
                <a:cubicBezTo>
                  <a:pt x="30144" y="2487175"/>
                  <a:pt x="0" y="2457031"/>
                  <a:pt x="0" y="2419847"/>
                </a:cubicBezTo>
                <a:lnTo>
                  <a:pt x="0" y="67328"/>
                </a:lnTo>
                <a:cubicBezTo>
                  <a:pt x="0" y="30144"/>
                  <a:pt x="30144" y="0"/>
                  <a:pt x="67328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A03A6A2-7849-4179-B68F-C11DDDB23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1078" y="0"/>
            <a:ext cx="3440922" cy="3674631"/>
          </a:xfrm>
          <a:custGeom>
            <a:avLst/>
            <a:gdLst>
              <a:gd name="connsiteX0" fmla="*/ 523074 w 3440922"/>
              <a:gd name="connsiteY0" fmla="*/ 0 h 3674631"/>
              <a:gd name="connsiteX1" fmla="*/ 3440922 w 3440922"/>
              <a:gd name="connsiteY1" fmla="*/ 0 h 3674631"/>
              <a:gd name="connsiteX2" fmla="*/ 3440922 w 3440922"/>
              <a:gd name="connsiteY2" fmla="*/ 3321701 h 3674631"/>
              <a:gd name="connsiteX3" fmla="*/ 3304578 w 3440922"/>
              <a:gd name="connsiteY3" fmla="*/ 3404532 h 3674631"/>
              <a:gd name="connsiteX4" fmla="*/ 2237874 w 3440922"/>
              <a:gd name="connsiteY4" fmla="*/ 3674631 h 3674631"/>
              <a:gd name="connsiteX5" fmla="*/ 0 w 3440922"/>
              <a:gd name="connsiteY5" fmla="*/ 1436757 h 3674631"/>
              <a:gd name="connsiteX6" fmla="*/ 511022 w 3440922"/>
              <a:gd name="connsiteY6" fmla="*/ 13261 h 367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40922" h="3674631">
                <a:moveTo>
                  <a:pt x="523074" y="0"/>
                </a:moveTo>
                <a:lnTo>
                  <a:pt x="3440922" y="0"/>
                </a:lnTo>
                <a:lnTo>
                  <a:pt x="3440922" y="3321701"/>
                </a:lnTo>
                <a:lnTo>
                  <a:pt x="3304578" y="3404532"/>
                </a:lnTo>
                <a:cubicBezTo>
                  <a:pt x="2987486" y="3576786"/>
                  <a:pt x="2624107" y="3674631"/>
                  <a:pt x="2237874" y="3674631"/>
                </a:cubicBezTo>
                <a:cubicBezTo>
                  <a:pt x="1001930" y="3674631"/>
                  <a:pt x="0" y="2672701"/>
                  <a:pt x="0" y="1436757"/>
                </a:cubicBezTo>
                <a:cubicBezTo>
                  <a:pt x="0" y="896032"/>
                  <a:pt x="191776" y="400098"/>
                  <a:pt x="511022" y="1326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44E3D89-4D62-0920-4EBD-D3086F1BA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1015" y="407063"/>
            <a:ext cx="2302907" cy="237894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9973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9B653C-798C-4333-8452-3DF3AE3C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E50278-E2EC-42B2-A1F1-921DD3990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305994" y="-5310547"/>
            <a:ext cx="1580014" cy="12192002"/>
          </a:xfrm>
          <a:prstGeom prst="rect">
            <a:avLst/>
          </a:prstGeom>
          <a:gradFill>
            <a:gsLst>
              <a:gs pos="19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36153F-0DB4-40DD-87C6-B40C1B7E2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0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72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DF522-EBB5-8BC1-1430-BD4B6C5D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288404"/>
            <a:ext cx="7170656" cy="9774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Save Button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616AFAE4-7EB6-5CD3-2044-DAE27CC03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806" y="1863865"/>
            <a:ext cx="4567405" cy="471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5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06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8A0E7-7F0A-4F93-2E52-D30E5B81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Buttons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27744-C350-8FCA-B606-5A44995889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933" y="811928"/>
            <a:ext cx="7347537" cy="523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9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06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8A0E7-7F0A-4F93-2E52-D30E5B81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Adding Buttons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3A57D3-56EC-0D6E-3A19-368603578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33" y="4545783"/>
            <a:ext cx="11224583" cy="7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8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3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9D404-31F2-4577-35F4-75EFC8E6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3496" y="618681"/>
            <a:ext cx="2613872" cy="47945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Final Employee Form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BE64B-A9B7-180C-3F92-0A0AFB4CF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1350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roject Illustration With Tablet Computer On Blue Background Stock Photo,  Picture And Royalty Free Image. Image 33023891.">
            <a:extLst>
              <a:ext uri="{FF2B5EF4-FFF2-40B4-BE49-F238E27FC236}">
                <a16:creationId xmlns:a16="http://schemas.microsoft.com/office/drawing/2014/main" id="{A3ECF755-6097-1826-2CD9-9A5E8E5B8A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9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49425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Build Your Project Part IV</a:t>
            </a:r>
            <a:br>
              <a:rPr lang="ar-EG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Create Reports</a:t>
            </a:r>
          </a:p>
        </p:txBody>
      </p:sp>
    </p:spTree>
    <p:extLst>
      <p:ext uri="{BB962C8B-B14F-4D97-AF65-F5344CB8AC3E}">
        <p14:creationId xmlns:p14="http://schemas.microsoft.com/office/powerpoint/2010/main" val="720707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Create All Employees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71C2C2-938E-D245-9E10-85522FB74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135"/>
          <a:stretch/>
        </p:blipFill>
        <p:spPr>
          <a:xfrm>
            <a:off x="20" y="10"/>
            <a:ext cx="499298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6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9D36D6-2AC5-46A1-A849-4C82D5264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55" y="552182"/>
            <a:ext cx="5998840" cy="334313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/>
              <a:t>Create An Employee Profile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4C1D0FF-7164-D5D0-C548-1E1BC9D96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002" y="0"/>
            <a:ext cx="4860758" cy="683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roject&#10;&#10;Description automatically generated">
            <a:extLst>
              <a:ext uri="{FF2B5EF4-FFF2-40B4-BE49-F238E27FC236}">
                <a16:creationId xmlns:a16="http://schemas.microsoft.com/office/drawing/2014/main" id="{4FFF77BF-1E77-56FF-A489-9F5B7A8D1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736" y="2008346"/>
            <a:ext cx="2627463" cy="2152932"/>
          </a:xfrm>
          <a:prstGeom prst="rect">
            <a:avLst/>
          </a:prstGeom>
        </p:spPr>
      </p:pic>
      <p:pic>
        <p:nvPicPr>
          <p:cNvPr id="5" name="Picture 4" descr="A screenshot of a project&#10;&#10;Description automatically generated">
            <a:extLst>
              <a:ext uri="{FF2B5EF4-FFF2-40B4-BE49-F238E27FC236}">
                <a16:creationId xmlns:a16="http://schemas.microsoft.com/office/drawing/2014/main" id="{A95FC305-F07C-D477-6796-B59BE8A350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455" y="-6679"/>
            <a:ext cx="4799195" cy="6782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642377-6C29-6450-8B6E-264AD802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Create Project Employees Report</a:t>
            </a:r>
          </a:p>
        </p:txBody>
      </p:sp>
    </p:spTree>
    <p:extLst>
      <p:ext uri="{BB962C8B-B14F-4D97-AF65-F5344CB8AC3E}">
        <p14:creationId xmlns:p14="http://schemas.microsoft.com/office/powerpoint/2010/main" val="1629846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1992-1F30-FCB1-7F38-F6FBDBB2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Create Report Buttons In Main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38FAA-013A-3ABB-3D8E-93F914B561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0" r="1" b="1"/>
          <a:stretch/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767226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156</Words>
  <Application>Microsoft Office PowerPoint</Application>
  <PresentationFormat>Widescreen</PresentationFormat>
  <Paragraphs>51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Office Theme</vt:lpstr>
      <vt:lpstr>2_Office Theme</vt:lpstr>
      <vt:lpstr>3_Office Theme</vt:lpstr>
      <vt:lpstr>PowerPoint Presentation</vt:lpstr>
      <vt:lpstr>PowerPoint Presentation</vt:lpstr>
      <vt:lpstr>Build Your Project Part I Create Tables</vt:lpstr>
      <vt:lpstr>Create Tables</vt:lpstr>
      <vt:lpstr>Create Tables</vt:lpstr>
      <vt:lpstr>Table Relationship</vt:lpstr>
      <vt:lpstr>Table Relationship</vt:lpstr>
      <vt:lpstr>Build Your Project Part II Create Queries</vt:lpstr>
      <vt:lpstr>Create Queries</vt:lpstr>
      <vt:lpstr>Create Queries</vt:lpstr>
      <vt:lpstr>Create Queries</vt:lpstr>
      <vt:lpstr>Create Queries</vt:lpstr>
      <vt:lpstr>Create Queries</vt:lpstr>
      <vt:lpstr>Build Your Project Part III Create Forms</vt:lpstr>
      <vt:lpstr>Create Departments Form</vt:lpstr>
      <vt:lpstr>Create Projects  Form</vt:lpstr>
      <vt:lpstr>Create Employees  Form</vt:lpstr>
      <vt:lpstr>Create Projects Employees Form</vt:lpstr>
      <vt:lpstr>Create Projects Employees Form</vt:lpstr>
      <vt:lpstr>Create Main Form</vt:lpstr>
      <vt:lpstr>PowerPoint Presentation</vt:lpstr>
      <vt:lpstr>Arrange Controls</vt:lpstr>
      <vt:lpstr>Add Rectangle as Background</vt:lpstr>
      <vt:lpstr>Adjust the Photo Control</vt:lpstr>
      <vt:lpstr>Adjust the Photo Control</vt:lpstr>
      <vt:lpstr>Adding Buttons</vt:lpstr>
      <vt:lpstr>Save Button</vt:lpstr>
      <vt:lpstr>Adding Buttons</vt:lpstr>
      <vt:lpstr>Adding Buttons</vt:lpstr>
      <vt:lpstr>Final Employee Form</vt:lpstr>
      <vt:lpstr>Build Your Project Part IV Create Reports</vt:lpstr>
      <vt:lpstr>Create All Employees Report</vt:lpstr>
      <vt:lpstr>Create An Employee Profile</vt:lpstr>
      <vt:lpstr>Create Project Employees Report</vt:lpstr>
      <vt:lpstr>Create Report Buttons In Main Form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38</cp:revision>
  <dcterms:created xsi:type="dcterms:W3CDTF">2025-11-09T07:43:58Z</dcterms:created>
  <dcterms:modified xsi:type="dcterms:W3CDTF">2025-11-10T06:47:18Z</dcterms:modified>
</cp:coreProperties>
</file>