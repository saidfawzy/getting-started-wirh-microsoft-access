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446" r:id="rId6"/>
    <p:sldId id="447" r:id="rId7"/>
    <p:sldId id="344" r:id="rId8"/>
    <p:sldId id="401" r:id="rId9"/>
    <p:sldId id="506" r:id="rId10"/>
    <p:sldId id="507" r:id="rId11"/>
    <p:sldId id="508" r:id="rId12"/>
    <p:sldId id="450" r:id="rId13"/>
    <p:sldId id="451" r:id="rId14"/>
    <p:sldId id="509" r:id="rId15"/>
    <p:sldId id="510" r:id="rId16"/>
    <p:sldId id="4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21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693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1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639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733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06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134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1819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81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83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87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621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143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331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811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289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6792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4461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534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951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9556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55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33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29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813996" y="3137306"/>
            <a:ext cx="139012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4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Automating Queries with Parameters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43627E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What Are Parameter Query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BF2A6-D1C5-4DEF-F9AE-8EE77E99E2C2}"/>
              </a:ext>
            </a:extLst>
          </p:cNvPr>
          <p:cNvSpPr/>
          <p:nvPr/>
        </p:nvSpPr>
        <p:spPr>
          <a:xfrm rot="-5220000">
            <a:off x="3118153" y="-974217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chemeClr val="accent2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E094D79-EAEE-AAED-8D09-2E2FB521EA4F}"/>
              </a:ext>
            </a:extLst>
          </p:cNvPr>
          <p:cNvGrpSpPr/>
          <p:nvPr/>
        </p:nvGrpSpPr>
        <p:grpSpPr>
          <a:xfrm rot="-5220000">
            <a:off x="7460761" y="2563210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5C37BCE-F538-35E4-BF4F-30F31997E173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E7A840-52C8-6B62-B619-704598FB3C38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3E91B1C-2152-32E4-47FF-DB6AB580855D}"/>
              </a:ext>
            </a:extLst>
          </p:cNvPr>
          <p:cNvSpPr txBox="1"/>
          <p:nvPr/>
        </p:nvSpPr>
        <p:spPr>
          <a:xfrm>
            <a:off x="214722" y="2774770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5400" b="1">
                <a:solidFill>
                  <a:schemeClr val="bg1"/>
                </a:solidFill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BF99A7-8F8E-ADD8-94D7-DC29FF82B61F}"/>
              </a:ext>
            </a:extLst>
          </p:cNvPr>
          <p:cNvSpPr txBox="1"/>
          <p:nvPr/>
        </p:nvSpPr>
        <p:spPr>
          <a:xfrm rot="60000">
            <a:off x="1136466" y="2631527"/>
            <a:ext cx="66835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Controlling Query Results with Join Types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1DC510A-2627-85CE-A42D-6B94C5E3BD63}"/>
              </a:ext>
            </a:extLst>
          </p:cNvPr>
          <p:cNvSpPr/>
          <p:nvPr/>
        </p:nvSpPr>
        <p:spPr>
          <a:xfrm rot="-5220000">
            <a:off x="3100390" y="1310061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008080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9BEC38-9EBB-1724-E7F6-846D564CCD73}"/>
              </a:ext>
            </a:extLst>
          </p:cNvPr>
          <p:cNvGrpSpPr/>
          <p:nvPr/>
        </p:nvGrpSpPr>
        <p:grpSpPr>
          <a:xfrm rot="-5220000">
            <a:off x="7442998" y="4847488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291E45D-FC9D-A2C4-6044-E76FE5D7223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90234C1-201D-D714-0262-3239F139380F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3B26670-FE17-6436-FB11-D246F57DD9B9}"/>
              </a:ext>
            </a:extLst>
          </p:cNvPr>
          <p:cNvSpPr txBox="1"/>
          <p:nvPr/>
        </p:nvSpPr>
        <p:spPr>
          <a:xfrm>
            <a:off x="196959" y="5059048"/>
            <a:ext cx="653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041681-94CA-4CB3-AB5C-05CA9EC84290}"/>
              </a:ext>
            </a:extLst>
          </p:cNvPr>
          <p:cNvSpPr txBox="1"/>
          <p:nvPr/>
        </p:nvSpPr>
        <p:spPr>
          <a:xfrm rot="60000">
            <a:off x="1118703" y="5162026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Syntax for a Parameter Query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V Boli" panose="02000500030200090000" pitchFamily="2" charset="0"/>
              <a:ea typeface="Open Sans" panose="020B0606030504020204" pitchFamily="34" charset="0"/>
              <a:cs typeface="MV Boli" panose="0200050003020009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7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25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15" grpId="0" animBg="1"/>
      <p:bldP spid="22" grpId="0"/>
      <p:bldP spid="23" grpId="0"/>
      <p:bldP spid="26" grpId="0" animBg="1"/>
      <p:bldP spid="30" grpId="0"/>
      <p:bldP spid="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0841C04-F96A-5799-ACEC-F8CD302EA764}"/>
              </a:ext>
            </a:extLst>
          </p:cNvPr>
          <p:cNvSpPr/>
          <p:nvPr/>
        </p:nvSpPr>
        <p:spPr>
          <a:xfrm rot="-5220000">
            <a:off x="3118153" y="-3059528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FF3399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11F89-D92E-D6BF-6464-3AEC8A433405}"/>
              </a:ext>
            </a:extLst>
          </p:cNvPr>
          <p:cNvGrpSpPr/>
          <p:nvPr/>
        </p:nvGrpSpPr>
        <p:grpSpPr>
          <a:xfrm rot="-5220000">
            <a:off x="7460761" y="477899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2625698-5365-A5D9-6057-6814FD8FA04A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EFB6FA0-438A-FBCA-D066-AB89BE6E9F7B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41D920-9B6F-A9FB-DDAC-40A26D387CF0}"/>
              </a:ext>
            </a:extLst>
          </p:cNvPr>
          <p:cNvGrpSpPr/>
          <p:nvPr/>
        </p:nvGrpSpPr>
        <p:grpSpPr>
          <a:xfrm>
            <a:off x="9129928" y="6137173"/>
            <a:ext cx="3062072" cy="548112"/>
            <a:chOff x="8151095" y="218152"/>
            <a:chExt cx="3845427" cy="68672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B74477-E428-A43A-C5C7-933BDA7F3A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363DD9-A33F-673C-A914-03AAB08FEF08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DE69F87-A17B-7834-6263-932EFF584DDA}"/>
              </a:ext>
            </a:extLst>
          </p:cNvPr>
          <p:cNvSpPr txBox="1"/>
          <p:nvPr/>
        </p:nvSpPr>
        <p:spPr>
          <a:xfrm>
            <a:off x="214722" y="689459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CBB9B-4582-4429-DBAC-730CDB3A3875}"/>
              </a:ext>
            </a:extLst>
          </p:cNvPr>
          <p:cNvSpPr txBox="1"/>
          <p:nvPr/>
        </p:nvSpPr>
        <p:spPr>
          <a:xfrm rot="60000">
            <a:off x="1136466" y="792437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Query with multiple parameters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FEAC0A-4AC8-9162-3E32-890E514AF971}"/>
              </a:ext>
            </a:extLst>
          </p:cNvPr>
          <p:cNvGrpSpPr/>
          <p:nvPr/>
        </p:nvGrpSpPr>
        <p:grpSpPr>
          <a:xfrm>
            <a:off x="9129928" y="8222484"/>
            <a:ext cx="3062072" cy="548112"/>
            <a:chOff x="8151095" y="218152"/>
            <a:chExt cx="3845427" cy="68672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726401A-A3B0-AEB7-BF85-2D2E22F333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865EB16-46EE-0B9E-5FEB-DA3D8D1C3584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A32B85C-B531-1015-63A3-7714B4079F9A}"/>
              </a:ext>
            </a:extLst>
          </p:cNvPr>
          <p:cNvSpPr/>
          <p:nvPr/>
        </p:nvSpPr>
        <p:spPr>
          <a:xfrm rot="-5220000">
            <a:off x="3075154" y="-1094976"/>
            <a:ext cx="1791582" cy="8433916"/>
          </a:xfrm>
          <a:custGeom>
            <a:avLst/>
            <a:gdLst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51791 w 1417982"/>
              <a:gd name="connsiteY18" fmla="*/ 3193774 h 4518991"/>
              <a:gd name="connsiteX19" fmla="*/ 265043 w 1417982"/>
              <a:gd name="connsiteY19" fmla="*/ 3339547 h 4518991"/>
              <a:gd name="connsiteX20" fmla="*/ 278295 w 1417982"/>
              <a:gd name="connsiteY20" fmla="*/ 3538330 h 4518991"/>
              <a:gd name="connsiteX21" fmla="*/ 331304 w 1417982"/>
              <a:gd name="connsiteY21" fmla="*/ 3697356 h 4518991"/>
              <a:gd name="connsiteX22" fmla="*/ 331304 w 1417982"/>
              <a:gd name="connsiteY22" fmla="*/ 3829878 h 4518991"/>
              <a:gd name="connsiteX23" fmla="*/ 278295 w 1417982"/>
              <a:gd name="connsiteY23" fmla="*/ 3988904 h 4518991"/>
              <a:gd name="connsiteX24" fmla="*/ 278295 w 1417982"/>
              <a:gd name="connsiteY24" fmla="*/ 4147930 h 4518991"/>
              <a:gd name="connsiteX25" fmla="*/ 291548 w 1417982"/>
              <a:gd name="connsiteY25" fmla="*/ 4373217 h 4518991"/>
              <a:gd name="connsiteX26" fmla="*/ 331304 w 1417982"/>
              <a:gd name="connsiteY26" fmla="*/ 4426226 h 4518991"/>
              <a:gd name="connsiteX27" fmla="*/ 424069 w 1417982"/>
              <a:gd name="connsiteY27" fmla="*/ 4452730 h 4518991"/>
              <a:gd name="connsiteX28" fmla="*/ 834887 w 1417982"/>
              <a:gd name="connsiteY28" fmla="*/ 4492487 h 4518991"/>
              <a:gd name="connsiteX29" fmla="*/ 1086678 w 1417982"/>
              <a:gd name="connsiteY29" fmla="*/ 4479234 h 4518991"/>
              <a:gd name="connsiteX30" fmla="*/ 1325217 w 1417982"/>
              <a:gd name="connsiteY30" fmla="*/ 4505739 h 4518991"/>
              <a:gd name="connsiteX31" fmla="*/ 1364974 w 1417982"/>
              <a:gd name="connsiteY31" fmla="*/ 4518991 h 4518991"/>
              <a:gd name="connsiteX32" fmla="*/ 1417982 w 1417982"/>
              <a:gd name="connsiteY32" fmla="*/ 4161182 h 4518991"/>
              <a:gd name="connsiteX33" fmla="*/ 1378226 w 1417982"/>
              <a:gd name="connsiteY33" fmla="*/ 4055165 h 4518991"/>
              <a:gd name="connsiteX34" fmla="*/ 1417982 w 1417982"/>
              <a:gd name="connsiteY34" fmla="*/ 3962400 h 4518991"/>
              <a:gd name="connsiteX35" fmla="*/ 1338469 w 1417982"/>
              <a:gd name="connsiteY35" fmla="*/ 3843130 h 4518991"/>
              <a:gd name="connsiteX36" fmla="*/ 1311965 w 1417982"/>
              <a:gd name="connsiteY36" fmla="*/ 3617843 h 4518991"/>
              <a:gd name="connsiteX37" fmla="*/ 1325217 w 1417982"/>
              <a:gd name="connsiteY37" fmla="*/ 3511826 h 4518991"/>
              <a:gd name="connsiteX38" fmla="*/ 1325217 w 1417982"/>
              <a:gd name="connsiteY38" fmla="*/ 3286539 h 4518991"/>
              <a:gd name="connsiteX39" fmla="*/ 1325217 w 1417982"/>
              <a:gd name="connsiteY39" fmla="*/ 3048000 h 4518991"/>
              <a:gd name="connsiteX40" fmla="*/ 1166191 w 1417982"/>
              <a:gd name="connsiteY40" fmla="*/ 2769704 h 4518991"/>
              <a:gd name="connsiteX41" fmla="*/ 1311965 w 1417982"/>
              <a:gd name="connsiteY41" fmla="*/ 2517913 h 4518991"/>
              <a:gd name="connsiteX42" fmla="*/ 1258956 w 1417982"/>
              <a:gd name="connsiteY42" fmla="*/ 2305878 h 4518991"/>
              <a:gd name="connsiteX43" fmla="*/ 1245704 w 1417982"/>
              <a:gd name="connsiteY43" fmla="*/ 2146852 h 4518991"/>
              <a:gd name="connsiteX44" fmla="*/ 1272209 w 1417982"/>
              <a:gd name="connsiteY44" fmla="*/ 2040834 h 4518991"/>
              <a:gd name="connsiteX45" fmla="*/ 1258956 w 1417982"/>
              <a:gd name="connsiteY45" fmla="*/ 1881808 h 4518991"/>
              <a:gd name="connsiteX46" fmla="*/ 1205948 w 1417982"/>
              <a:gd name="connsiteY46" fmla="*/ 1722782 h 4518991"/>
              <a:gd name="connsiteX47" fmla="*/ 1205948 w 1417982"/>
              <a:gd name="connsiteY47" fmla="*/ 1457739 h 4518991"/>
              <a:gd name="connsiteX48" fmla="*/ 1179443 w 1417982"/>
              <a:gd name="connsiteY48" fmla="*/ 1258956 h 4518991"/>
              <a:gd name="connsiteX49" fmla="*/ 1152939 w 1417982"/>
              <a:gd name="connsiteY49" fmla="*/ 1086678 h 4518991"/>
              <a:gd name="connsiteX50" fmla="*/ 1166191 w 1417982"/>
              <a:gd name="connsiteY50" fmla="*/ 848139 h 4518991"/>
              <a:gd name="connsiteX51" fmla="*/ 1152939 w 1417982"/>
              <a:gd name="connsiteY51" fmla="*/ 675860 h 4518991"/>
              <a:gd name="connsiteX52" fmla="*/ 1113182 w 1417982"/>
              <a:gd name="connsiteY52" fmla="*/ 437321 h 4518991"/>
              <a:gd name="connsiteX53" fmla="*/ 1099930 w 1417982"/>
              <a:gd name="connsiteY53" fmla="*/ 291547 h 4518991"/>
              <a:gd name="connsiteX54" fmla="*/ 1152939 w 1417982"/>
              <a:gd name="connsiteY54" fmla="*/ 92765 h 4518991"/>
              <a:gd name="connsiteX55" fmla="*/ 1139687 w 1417982"/>
              <a:gd name="connsiteY55" fmla="*/ 0 h 4518991"/>
              <a:gd name="connsiteX56" fmla="*/ 848139 w 1417982"/>
              <a:gd name="connsiteY56" fmla="*/ 53008 h 4518991"/>
              <a:gd name="connsiteX57" fmla="*/ 278295 w 1417982"/>
              <a:gd name="connsiteY57" fmla="*/ 39756 h 4518991"/>
              <a:gd name="connsiteX58" fmla="*/ 53009 w 1417982"/>
              <a:gd name="connsiteY58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262271 w 1417982"/>
              <a:gd name="connsiteY18" fmla="*/ 3034266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91548 w 1417982"/>
              <a:gd name="connsiteY17" fmla="*/ 2915478 h 4518991"/>
              <a:gd name="connsiteX18" fmla="*/ 309100 w 1417982"/>
              <a:gd name="connsiteY18" fmla="*/ 3039645 h 4518991"/>
              <a:gd name="connsiteX19" fmla="*/ 251791 w 1417982"/>
              <a:gd name="connsiteY19" fmla="*/ 3193774 h 4518991"/>
              <a:gd name="connsiteX20" fmla="*/ 265043 w 1417982"/>
              <a:gd name="connsiteY20" fmla="*/ 3339547 h 4518991"/>
              <a:gd name="connsiteX21" fmla="*/ 278295 w 1417982"/>
              <a:gd name="connsiteY21" fmla="*/ 3538330 h 4518991"/>
              <a:gd name="connsiteX22" fmla="*/ 331304 w 1417982"/>
              <a:gd name="connsiteY22" fmla="*/ 3697356 h 4518991"/>
              <a:gd name="connsiteX23" fmla="*/ 331304 w 1417982"/>
              <a:gd name="connsiteY23" fmla="*/ 3829878 h 4518991"/>
              <a:gd name="connsiteX24" fmla="*/ 278295 w 1417982"/>
              <a:gd name="connsiteY24" fmla="*/ 3988904 h 4518991"/>
              <a:gd name="connsiteX25" fmla="*/ 278295 w 1417982"/>
              <a:gd name="connsiteY25" fmla="*/ 4147930 h 4518991"/>
              <a:gd name="connsiteX26" fmla="*/ 291548 w 1417982"/>
              <a:gd name="connsiteY26" fmla="*/ 4373217 h 4518991"/>
              <a:gd name="connsiteX27" fmla="*/ 331304 w 1417982"/>
              <a:gd name="connsiteY27" fmla="*/ 4426226 h 4518991"/>
              <a:gd name="connsiteX28" fmla="*/ 424069 w 1417982"/>
              <a:gd name="connsiteY28" fmla="*/ 4452730 h 4518991"/>
              <a:gd name="connsiteX29" fmla="*/ 834887 w 1417982"/>
              <a:gd name="connsiteY29" fmla="*/ 4492487 h 4518991"/>
              <a:gd name="connsiteX30" fmla="*/ 1086678 w 1417982"/>
              <a:gd name="connsiteY30" fmla="*/ 4479234 h 4518991"/>
              <a:gd name="connsiteX31" fmla="*/ 1325217 w 1417982"/>
              <a:gd name="connsiteY31" fmla="*/ 4505739 h 4518991"/>
              <a:gd name="connsiteX32" fmla="*/ 1364974 w 1417982"/>
              <a:gd name="connsiteY32" fmla="*/ 4518991 h 4518991"/>
              <a:gd name="connsiteX33" fmla="*/ 1417982 w 1417982"/>
              <a:gd name="connsiteY33" fmla="*/ 4161182 h 4518991"/>
              <a:gd name="connsiteX34" fmla="*/ 1378226 w 1417982"/>
              <a:gd name="connsiteY34" fmla="*/ 4055165 h 4518991"/>
              <a:gd name="connsiteX35" fmla="*/ 1417982 w 1417982"/>
              <a:gd name="connsiteY35" fmla="*/ 3962400 h 4518991"/>
              <a:gd name="connsiteX36" fmla="*/ 1338469 w 1417982"/>
              <a:gd name="connsiteY36" fmla="*/ 3843130 h 4518991"/>
              <a:gd name="connsiteX37" fmla="*/ 1311965 w 1417982"/>
              <a:gd name="connsiteY37" fmla="*/ 3617843 h 4518991"/>
              <a:gd name="connsiteX38" fmla="*/ 1325217 w 1417982"/>
              <a:gd name="connsiteY38" fmla="*/ 3511826 h 4518991"/>
              <a:gd name="connsiteX39" fmla="*/ 1325217 w 1417982"/>
              <a:gd name="connsiteY39" fmla="*/ 3286539 h 4518991"/>
              <a:gd name="connsiteX40" fmla="*/ 1325217 w 1417982"/>
              <a:gd name="connsiteY40" fmla="*/ 3048000 h 4518991"/>
              <a:gd name="connsiteX41" fmla="*/ 1166191 w 1417982"/>
              <a:gd name="connsiteY41" fmla="*/ 2769704 h 4518991"/>
              <a:gd name="connsiteX42" fmla="*/ 1311965 w 1417982"/>
              <a:gd name="connsiteY42" fmla="*/ 2517913 h 4518991"/>
              <a:gd name="connsiteX43" fmla="*/ 1258956 w 1417982"/>
              <a:gd name="connsiteY43" fmla="*/ 2305878 h 4518991"/>
              <a:gd name="connsiteX44" fmla="*/ 1245704 w 1417982"/>
              <a:gd name="connsiteY44" fmla="*/ 2146852 h 4518991"/>
              <a:gd name="connsiteX45" fmla="*/ 1272209 w 1417982"/>
              <a:gd name="connsiteY45" fmla="*/ 2040834 h 4518991"/>
              <a:gd name="connsiteX46" fmla="*/ 1258956 w 1417982"/>
              <a:gd name="connsiteY46" fmla="*/ 1881808 h 4518991"/>
              <a:gd name="connsiteX47" fmla="*/ 1205948 w 1417982"/>
              <a:gd name="connsiteY47" fmla="*/ 1722782 h 4518991"/>
              <a:gd name="connsiteX48" fmla="*/ 1205948 w 1417982"/>
              <a:gd name="connsiteY48" fmla="*/ 1457739 h 4518991"/>
              <a:gd name="connsiteX49" fmla="*/ 1179443 w 1417982"/>
              <a:gd name="connsiteY49" fmla="*/ 1258956 h 4518991"/>
              <a:gd name="connsiteX50" fmla="*/ 1152939 w 1417982"/>
              <a:gd name="connsiteY50" fmla="*/ 1086678 h 4518991"/>
              <a:gd name="connsiteX51" fmla="*/ 1166191 w 1417982"/>
              <a:gd name="connsiteY51" fmla="*/ 848139 h 4518991"/>
              <a:gd name="connsiteX52" fmla="*/ 1152939 w 1417982"/>
              <a:gd name="connsiteY52" fmla="*/ 675860 h 4518991"/>
              <a:gd name="connsiteX53" fmla="*/ 1113182 w 1417982"/>
              <a:gd name="connsiteY53" fmla="*/ 437321 h 4518991"/>
              <a:gd name="connsiteX54" fmla="*/ 1099930 w 1417982"/>
              <a:gd name="connsiteY54" fmla="*/ 291547 h 4518991"/>
              <a:gd name="connsiteX55" fmla="*/ 1152939 w 1417982"/>
              <a:gd name="connsiteY55" fmla="*/ 92765 h 4518991"/>
              <a:gd name="connsiteX56" fmla="*/ 1139687 w 1417982"/>
              <a:gd name="connsiteY56" fmla="*/ 0 h 4518991"/>
              <a:gd name="connsiteX57" fmla="*/ 848139 w 1417982"/>
              <a:gd name="connsiteY57" fmla="*/ 53008 h 4518991"/>
              <a:gd name="connsiteX58" fmla="*/ 278295 w 1417982"/>
              <a:gd name="connsiteY58" fmla="*/ 39756 h 4518991"/>
              <a:gd name="connsiteX59" fmla="*/ 53009 w 1417982"/>
              <a:gd name="connsiteY59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311965 w 1417982"/>
              <a:gd name="connsiteY43" fmla="*/ 2517913 h 4518991"/>
              <a:gd name="connsiteX44" fmla="*/ 1258956 w 1417982"/>
              <a:gd name="connsiteY44" fmla="*/ 2305878 h 4518991"/>
              <a:gd name="connsiteX45" fmla="*/ 1245704 w 1417982"/>
              <a:gd name="connsiteY45" fmla="*/ 2146852 h 4518991"/>
              <a:gd name="connsiteX46" fmla="*/ 1272209 w 1417982"/>
              <a:gd name="connsiteY46" fmla="*/ 2040834 h 4518991"/>
              <a:gd name="connsiteX47" fmla="*/ 1258956 w 1417982"/>
              <a:gd name="connsiteY47" fmla="*/ 1881808 h 4518991"/>
              <a:gd name="connsiteX48" fmla="*/ 1205948 w 1417982"/>
              <a:gd name="connsiteY48" fmla="*/ 1722782 h 4518991"/>
              <a:gd name="connsiteX49" fmla="*/ 1205948 w 1417982"/>
              <a:gd name="connsiteY49" fmla="*/ 1457739 h 4518991"/>
              <a:gd name="connsiteX50" fmla="*/ 1179443 w 1417982"/>
              <a:gd name="connsiteY50" fmla="*/ 1258956 h 4518991"/>
              <a:gd name="connsiteX51" fmla="*/ 1152939 w 1417982"/>
              <a:gd name="connsiteY51" fmla="*/ 1086678 h 4518991"/>
              <a:gd name="connsiteX52" fmla="*/ 1166191 w 1417982"/>
              <a:gd name="connsiteY52" fmla="*/ 848139 h 4518991"/>
              <a:gd name="connsiteX53" fmla="*/ 1152939 w 1417982"/>
              <a:gd name="connsiteY53" fmla="*/ 675860 h 4518991"/>
              <a:gd name="connsiteX54" fmla="*/ 1113182 w 1417982"/>
              <a:gd name="connsiteY54" fmla="*/ 437321 h 4518991"/>
              <a:gd name="connsiteX55" fmla="*/ 1099930 w 1417982"/>
              <a:gd name="connsiteY55" fmla="*/ 291547 h 4518991"/>
              <a:gd name="connsiteX56" fmla="*/ 1152939 w 1417982"/>
              <a:gd name="connsiteY56" fmla="*/ 92765 h 4518991"/>
              <a:gd name="connsiteX57" fmla="*/ 1139687 w 1417982"/>
              <a:gd name="connsiteY57" fmla="*/ 0 h 4518991"/>
              <a:gd name="connsiteX58" fmla="*/ 848139 w 1417982"/>
              <a:gd name="connsiteY58" fmla="*/ 53008 h 4518991"/>
              <a:gd name="connsiteX59" fmla="*/ 278295 w 1417982"/>
              <a:gd name="connsiteY59" fmla="*/ 39756 h 4518991"/>
              <a:gd name="connsiteX60" fmla="*/ 53009 w 1417982"/>
              <a:gd name="connsiteY60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166191 w 1417982"/>
              <a:gd name="connsiteY42" fmla="*/ 2769704 h 4518991"/>
              <a:gd name="connsiteX43" fmla="*/ 1227585 w 1417982"/>
              <a:gd name="connsiteY43" fmla="*/ 2656553 h 4518991"/>
              <a:gd name="connsiteX44" fmla="*/ 1311965 w 1417982"/>
              <a:gd name="connsiteY44" fmla="*/ 2517913 h 4518991"/>
              <a:gd name="connsiteX45" fmla="*/ 1258956 w 1417982"/>
              <a:gd name="connsiteY45" fmla="*/ 2305878 h 4518991"/>
              <a:gd name="connsiteX46" fmla="*/ 1245704 w 1417982"/>
              <a:gd name="connsiteY46" fmla="*/ 2146852 h 4518991"/>
              <a:gd name="connsiteX47" fmla="*/ 1272209 w 1417982"/>
              <a:gd name="connsiteY47" fmla="*/ 2040834 h 4518991"/>
              <a:gd name="connsiteX48" fmla="*/ 1258956 w 1417982"/>
              <a:gd name="connsiteY48" fmla="*/ 1881808 h 4518991"/>
              <a:gd name="connsiteX49" fmla="*/ 1205948 w 1417982"/>
              <a:gd name="connsiteY49" fmla="*/ 1722782 h 4518991"/>
              <a:gd name="connsiteX50" fmla="*/ 1205948 w 1417982"/>
              <a:gd name="connsiteY50" fmla="*/ 1457739 h 4518991"/>
              <a:gd name="connsiteX51" fmla="*/ 1179443 w 1417982"/>
              <a:gd name="connsiteY51" fmla="*/ 1258956 h 4518991"/>
              <a:gd name="connsiteX52" fmla="*/ 1152939 w 1417982"/>
              <a:gd name="connsiteY52" fmla="*/ 1086678 h 4518991"/>
              <a:gd name="connsiteX53" fmla="*/ 1166191 w 1417982"/>
              <a:gd name="connsiteY53" fmla="*/ 848139 h 4518991"/>
              <a:gd name="connsiteX54" fmla="*/ 1152939 w 1417982"/>
              <a:gd name="connsiteY54" fmla="*/ 675860 h 4518991"/>
              <a:gd name="connsiteX55" fmla="*/ 1113182 w 1417982"/>
              <a:gd name="connsiteY55" fmla="*/ 437321 h 4518991"/>
              <a:gd name="connsiteX56" fmla="*/ 1099930 w 1417982"/>
              <a:gd name="connsiteY56" fmla="*/ 291547 h 4518991"/>
              <a:gd name="connsiteX57" fmla="*/ 1152939 w 1417982"/>
              <a:gd name="connsiteY57" fmla="*/ 92765 h 4518991"/>
              <a:gd name="connsiteX58" fmla="*/ 1139687 w 1417982"/>
              <a:gd name="connsiteY58" fmla="*/ 0 h 4518991"/>
              <a:gd name="connsiteX59" fmla="*/ 848139 w 1417982"/>
              <a:gd name="connsiteY59" fmla="*/ 53008 h 4518991"/>
              <a:gd name="connsiteX60" fmla="*/ 278295 w 1417982"/>
              <a:gd name="connsiteY60" fmla="*/ 39756 h 4518991"/>
              <a:gd name="connsiteX61" fmla="*/ 53009 w 1417982"/>
              <a:gd name="connsiteY61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166191 w 1417982"/>
              <a:gd name="connsiteY43" fmla="*/ 27697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06398 w 1417982"/>
              <a:gd name="connsiteY43" fmla="*/ 2757004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27585 w 1417982"/>
              <a:gd name="connsiteY44" fmla="*/ 2656553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311965 w 1417982"/>
              <a:gd name="connsiteY45" fmla="*/ 2517913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  <a:gd name="connsiteX0" fmla="*/ 53009 w 1417982"/>
              <a:gd name="connsiteY0" fmla="*/ 106017 h 4518991"/>
              <a:gd name="connsiteX1" fmla="*/ 0 w 1417982"/>
              <a:gd name="connsiteY1" fmla="*/ 357808 h 4518991"/>
              <a:gd name="connsiteX2" fmla="*/ 159026 w 1417982"/>
              <a:gd name="connsiteY2" fmla="*/ 516834 h 4518991"/>
              <a:gd name="connsiteX3" fmla="*/ 66261 w 1417982"/>
              <a:gd name="connsiteY3" fmla="*/ 583095 h 4518991"/>
              <a:gd name="connsiteX4" fmla="*/ 79513 w 1417982"/>
              <a:gd name="connsiteY4" fmla="*/ 622852 h 4518991"/>
              <a:gd name="connsiteX5" fmla="*/ 185530 w 1417982"/>
              <a:gd name="connsiteY5" fmla="*/ 728869 h 4518991"/>
              <a:gd name="connsiteX6" fmla="*/ 212035 w 1417982"/>
              <a:gd name="connsiteY6" fmla="*/ 861391 h 4518991"/>
              <a:gd name="connsiteX7" fmla="*/ 159026 w 1417982"/>
              <a:gd name="connsiteY7" fmla="*/ 1020417 h 4518991"/>
              <a:gd name="connsiteX8" fmla="*/ 225287 w 1417982"/>
              <a:gd name="connsiteY8" fmla="*/ 1139687 h 4518991"/>
              <a:gd name="connsiteX9" fmla="*/ 238539 w 1417982"/>
              <a:gd name="connsiteY9" fmla="*/ 1338469 h 4518991"/>
              <a:gd name="connsiteX10" fmla="*/ 212035 w 1417982"/>
              <a:gd name="connsiteY10" fmla="*/ 1683026 h 4518991"/>
              <a:gd name="connsiteX11" fmla="*/ 212035 w 1417982"/>
              <a:gd name="connsiteY11" fmla="*/ 1828800 h 4518991"/>
              <a:gd name="connsiteX12" fmla="*/ 278295 w 1417982"/>
              <a:gd name="connsiteY12" fmla="*/ 1987826 h 4518991"/>
              <a:gd name="connsiteX13" fmla="*/ 278295 w 1417982"/>
              <a:gd name="connsiteY13" fmla="*/ 2120347 h 4518991"/>
              <a:gd name="connsiteX14" fmla="*/ 251791 w 1417982"/>
              <a:gd name="connsiteY14" fmla="*/ 2252869 h 4518991"/>
              <a:gd name="connsiteX15" fmla="*/ 251791 w 1417982"/>
              <a:gd name="connsiteY15" fmla="*/ 2398643 h 4518991"/>
              <a:gd name="connsiteX16" fmla="*/ 251791 w 1417982"/>
              <a:gd name="connsiteY16" fmla="*/ 2597426 h 4518991"/>
              <a:gd name="connsiteX17" fmla="*/ 279299 w 1417982"/>
              <a:gd name="connsiteY17" fmla="*/ 2759946 h 4518991"/>
              <a:gd name="connsiteX18" fmla="*/ 291548 w 1417982"/>
              <a:gd name="connsiteY18" fmla="*/ 2915478 h 4518991"/>
              <a:gd name="connsiteX19" fmla="*/ 309100 w 1417982"/>
              <a:gd name="connsiteY19" fmla="*/ 3039645 h 4518991"/>
              <a:gd name="connsiteX20" fmla="*/ 251791 w 1417982"/>
              <a:gd name="connsiteY20" fmla="*/ 3193774 h 4518991"/>
              <a:gd name="connsiteX21" fmla="*/ 265043 w 1417982"/>
              <a:gd name="connsiteY21" fmla="*/ 3339547 h 4518991"/>
              <a:gd name="connsiteX22" fmla="*/ 278295 w 1417982"/>
              <a:gd name="connsiteY22" fmla="*/ 3538330 h 4518991"/>
              <a:gd name="connsiteX23" fmla="*/ 331304 w 1417982"/>
              <a:gd name="connsiteY23" fmla="*/ 3697356 h 4518991"/>
              <a:gd name="connsiteX24" fmla="*/ 331304 w 1417982"/>
              <a:gd name="connsiteY24" fmla="*/ 3829878 h 4518991"/>
              <a:gd name="connsiteX25" fmla="*/ 278295 w 1417982"/>
              <a:gd name="connsiteY25" fmla="*/ 3988904 h 4518991"/>
              <a:gd name="connsiteX26" fmla="*/ 278295 w 1417982"/>
              <a:gd name="connsiteY26" fmla="*/ 4147930 h 4518991"/>
              <a:gd name="connsiteX27" fmla="*/ 291548 w 1417982"/>
              <a:gd name="connsiteY27" fmla="*/ 4373217 h 4518991"/>
              <a:gd name="connsiteX28" fmla="*/ 331304 w 1417982"/>
              <a:gd name="connsiteY28" fmla="*/ 4426226 h 4518991"/>
              <a:gd name="connsiteX29" fmla="*/ 424069 w 1417982"/>
              <a:gd name="connsiteY29" fmla="*/ 4452730 h 4518991"/>
              <a:gd name="connsiteX30" fmla="*/ 834887 w 1417982"/>
              <a:gd name="connsiteY30" fmla="*/ 4492487 h 4518991"/>
              <a:gd name="connsiteX31" fmla="*/ 1086678 w 1417982"/>
              <a:gd name="connsiteY31" fmla="*/ 4479234 h 4518991"/>
              <a:gd name="connsiteX32" fmla="*/ 1325217 w 1417982"/>
              <a:gd name="connsiteY32" fmla="*/ 4505739 h 4518991"/>
              <a:gd name="connsiteX33" fmla="*/ 1364974 w 1417982"/>
              <a:gd name="connsiteY33" fmla="*/ 4518991 h 4518991"/>
              <a:gd name="connsiteX34" fmla="*/ 1417982 w 1417982"/>
              <a:gd name="connsiteY34" fmla="*/ 4161182 h 4518991"/>
              <a:gd name="connsiteX35" fmla="*/ 1378226 w 1417982"/>
              <a:gd name="connsiteY35" fmla="*/ 4055165 h 4518991"/>
              <a:gd name="connsiteX36" fmla="*/ 1417982 w 1417982"/>
              <a:gd name="connsiteY36" fmla="*/ 3962400 h 4518991"/>
              <a:gd name="connsiteX37" fmla="*/ 1338469 w 1417982"/>
              <a:gd name="connsiteY37" fmla="*/ 3843130 h 4518991"/>
              <a:gd name="connsiteX38" fmla="*/ 1311965 w 1417982"/>
              <a:gd name="connsiteY38" fmla="*/ 3617843 h 4518991"/>
              <a:gd name="connsiteX39" fmla="*/ 1325217 w 1417982"/>
              <a:gd name="connsiteY39" fmla="*/ 3511826 h 4518991"/>
              <a:gd name="connsiteX40" fmla="*/ 1325217 w 1417982"/>
              <a:gd name="connsiteY40" fmla="*/ 3286539 h 4518991"/>
              <a:gd name="connsiteX41" fmla="*/ 1325217 w 1417982"/>
              <a:gd name="connsiteY41" fmla="*/ 3048000 h 4518991"/>
              <a:gd name="connsiteX42" fmla="*/ 1227585 w 1417982"/>
              <a:gd name="connsiteY42" fmla="*/ 2876686 h 4518991"/>
              <a:gd name="connsiteX43" fmla="*/ 1225318 w 1417982"/>
              <a:gd name="connsiteY43" fmla="*/ 2751028 h 4518991"/>
              <a:gd name="connsiteX44" fmla="*/ 1251237 w 1417982"/>
              <a:gd name="connsiteY44" fmla="*/ 2668506 h 4518991"/>
              <a:gd name="connsiteX45" fmla="*/ 1288314 w 1417982"/>
              <a:gd name="connsiteY45" fmla="*/ 2511937 h 4518991"/>
              <a:gd name="connsiteX46" fmla="*/ 1258956 w 1417982"/>
              <a:gd name="connsiteY46" fmla="*/ 2305878 h 4518991"/>
              <a:gd name="connsiteX47" fmla="*/ 1245704 w 1417982"/>
              <a:gd name="connsiteY47" fmla="*/ 2146852 h 4518991"/>
              <a:gd name="connsiteX48" fmla="*/ 1272209 w 1417982"/>
              <a:gd name="connsiteY48" fmla="*/ 2040834 h 4518991"/>
              <a:gd name="connsiteX49" fmla="*/ 1258956 w 1417982"/>
              <a:gd name="connsiteY49" fmla="*/ 1881808 h 4518991"/>
              <a:gd name="connsiteX50" fmla="*/ 1205948 w 1417982"/>
              <a:gd name="connsiteY50" fmla="*/ 1722782 h 4518991"/>
              <a:gd name="connsiteX51" fmla="*/ 1205948 w 1417982"/>
              <a:gd name="connsiteY51" fmla="*/ 1457739 h 4518991"/>
              <a:gd name="connsiteX52" fmla="*/ 1179443 w 1417982"/>
              <a:gd name="connsiteY52" fmla="*/ 1258956 h 4518991"/>
              <a:gd name="connsiteX53" fmla="*/ 1152939 w 1417982"/>
              <a:gd name="connsiteY53" fmla="*/ 1086678 h 4518991"/>
              <a:gd name="connsiteX54" fmla="*/ 1166191 w 1417982"/>
              <a:gd name="connsiteY54" fmla="*/ 848139 h 4518991"/>
              <a:gd name="connsiteX55" fmla="*/ 1152939 w 1417982"/>
              <a:gd name="connsiteY55" fmla="*/ 675860 h 4518991"/>
              <a:gd name="connsiteX56" fmla="*/ 1113182 w 1417982"/>
              <a:gd name="connsiteY56" fmla="*/ 437321 h 4518991"/>
              <a:gd name="connsiteX57" fmla="*/ 1099930 w 1417982"/>
              <a:gd name="connsiteY57" fmla="*/ 291547 h 4518991"/>
              <a:gd name="connsiteX58" fmla="*/ 1152939 w 1417982"/>
              <a:gd name="connsiteY58" fmla="*/ 92765 h 4518991"/>
              <a:gd name="connsiteX59" fmla="*/ 1139687 w 1417982"/>
              <a:gd name="connsiteY59" fmla="*/ 0 h 4518991"/>
              <a:gd name="connsiteX60" fmla="*/ 848139 w 1417982"/>
              <a:gd name="connsiteY60" fmla="*/ 53008 h 4518991"/>
              <a:gd name="connsiteX61" fmla="*/ 278295 w 1417982"/>
              <a:gd name="connsiteY61" fmla="*/ 39756 h 4518991"/>
              <a:gd name="connsiteX62" fmla="*/ 53009 w 1417982"/>
              <a:gd name="connsiteY62" fmla="*/ 106017 h 451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417982" h="4518991">
                <a:moveTo>
                  <a:pt x="53009" y="106017"/>
                </a:moveTo>
                <a:lnTo>
                  <a:pt x="0" y="357808"/>
                </a:lnTo>
                <a:lnTo>
                  <a:pt x="159026" y="516834"/>
                </a:lnTo>
                <a:lnTo>
                  <a:pt x="66261" y="583095"/>
                </a:lnTo>
                <a:lnTo>
                  <a:pt x="79513" y="622852"/>
                </a:lnTo>
                <a:lnTo>
                  <a:pt x="185530" y="728869"/>
                </a:lnTo>
                <a:lnTo>
                  <a:pt x="212035" y="861391"/>
                </a:lnTo>
                <a:lnTo>
                  <a:pt x="159026" y="1020417"/>
                </a:lnTo>
                <a:lnTo>
                  <a:pt x="225287" y="1139687"/>
                </a:lnTo>
                <a:lnTo>
                  <a:pt x="238539" y="1338469"/>
                </a:lnTo>
                <a:cubicBezTo>
                  <a:pt x="210783" y="1465274"/>
                  <a:pt x="220870" y="1568174"/>
                  <a:pt x="212035" y="1683026"/>
                </a:cubicBezTo>
                <a:lnTo>
                  <a:pt x="212035" y="1828800"/>
                </a:lnTo>
                <a:lnTo>
                  <a:pt x="278295" y="1987826"/>
                </a:lnTo>
                <a:lnTo>
                  <a:pt x="278295" y="2120347"/>
                </a:lnTo>
                <a:lnTo>
                  <a:pt x="251791" y="2252869"/>
                </a:lnTo>
                <a:lnTo>
                  <a:pt x="251791" y="2398643"/>
                </a:lnTo>
                <a:lnTo>
                  <a:pt x="251791" y="2597426"/>
                </a:lnTo>
                <a:lnTo>
                  <a:pt x="279299" y="2759946"/>
                </a:lnTo>
                <a:cubicBezTo>
                  <a:pt x="245067" y="2801033"/>
                  <a:pt x="287465" y="2863634"/>
                  <a:pt x="291548" y="2915478"/>
                </a:cubicBezTo>
                <a:lnTo>
                  <a:pt x="309100" y="3039645"/>
                </a:lnTo>
                <a:cubicBezTo>
                  <a:pt x="264454" y="3085642"/>
                  <a:pt x="270894" y="3142398"/>
                  <a:pt x="251791" y="3193774"/>
                </a:cubicBezTo>
                <a:cubicBezTo>
                  <a:pt x="294522" y="3231607"/>
                  <a:pt x="260626" y="3290956"/>
                  <a:pt x="265043" y="3339547"/>
                </a:cubicBezTo>
                <a:cubicBezTo>
                  <a:pt x="231145" y="3400429"/>
                  <a:pt x="273878" y="3472069"/>
                  <a:pt x="278295" y="3538330"/>
                </a:cubicBezTo>
                <a:cubicBezTo>
                  <a:pt x="253394" y="3596717"/>
                  <a:pt x="360464" y="3649726"/>
                  <a:pt x="331304" y="3697356"/>
                </a:cubicBezTo>
                <a:cubicBezTo>
                  <a:pt x="314276" y="3730772"/>
                  <a:pt x="331304" y="3785704"/>
                  <a:pt x="331304" y="3829878"/>
                </a:cubicBezTo>
                <a:lnTo>
                  <a:pt x="278295" y="3988904"/>
                </a:lnTo>
                <a:lnTo>
                  <a:pt x="278295" y="4147930"/>
                </a:lnTo>
                <a:lnTo>
                  <a:pt x="291548" y="4373217"/>
                </a:lnTo>
                <a:lnTo>
                  <a:pt x="331304" y="4426226"/>
                </a:lnTo>
                <a:lnTo>
                  <a:pt x="424069" y="4452730"/>
                </a:lnTo>
                <a:lnTo>
                  <a:pt x="834887" y="4492487"/>
                </a:lnTo>
                <a:lnTo>
                  <a:pt x="1086678" y="4479234"/>
                </a:lnTo>
                <a:lnTo>
                  <a:pt x="1325217" y="4505739"/>
                </a:lnTo>
                <a:lnTo>
                  <a:pt x="1364974" y="4518991"/>
                </a:lnTo>
                <a:lnTo>
                  <a:pt x="1417982" y="4161182"/>
                </a:lnTo>
                <a:lnTo>
                  <a:pt x="1378226" y="4055165"/>
                </a:lnTo>
                <a:lnTo>
                  <a:pt x="1417982" y="3962400"/>
                </a:lnTo>
                <a:lnTo>
                  <a:pt x="1338469" y="3843130"/>
                </a:lnTo>
                <a:lnTo>
                  <a:pt x="1311965" y="3617843"/>
                </a:lnTo>
                <a:lnTo>
                  <a:pt x="1325217" y="3511826"/>
                </a:lnTo>
                <a:lnTo>
                  <a:pt x="1325217" y="3286539"/>
                </a:lnTo>
                <a:cubicBezTo>
                  <a:pt x="1325217" y="3207026"/>
                  <a:pt x="1278310" y="3123280"/>
                  <a:pt x="1325217" y="3048000"/>
                </a:cubicBezTo>
                <a:cubicBezTo>
                  <a:pt x="1322828" y="2982428"/>
                  <a:pt x="1250077" y="2933791"/>
                  <a:pt x="1227585" y="2876686"/>
                </a:cubicBezTo>
                <a:cubicBezTo>
                  <a:pt x="1277482" y="2819858"/>
                  <a:pt x="1245783" y="2786689"/>
                  <a:pt x="1225318" y="2751028"/>
                </a:cubicBezTo>
                <a:cubicBezTo>
                  <a:pt x="1296041" y="2734478"/>
                  <a:pt x="1230772" y="2706223"/>
                  <a:pt x="1251237" y="2668506"/>
                </a:cubicBezTo>
                <a:cubicBezTo>
                  <a:pt x="1279364" y="2622293"/>
                  <a:pt x="1283641" y="2604716"/>
                  <a:pt x="1288314" y="2511937"/>
                </a:cubicBezTo>
                <a:cubicBezTo>
                  <a:pt x="1243839" y="2441259"/>
                  <a:pt x="1276626" y="2376556"/>
                  <a:pt x="1258956" y="2305878"/>
                </a:cubicBezTo>
                <a:lnTo>
                  <a:pt x="1245704" y="2146852"/>
                </a:lnTo>
                <a:lnTo>
                  <a:pt x="1272209" y="2040834"/>
                </a:lnTo>
                <a:lnTo>
                  <a:pt x="1258956" y="1881808"/>
                </a:lnTo>
                <a:lnTo>
                  <a:pt x="1205948" y="1722782"/>
                </a:lnTo>
                <a:lnTo>
                  <a:pt x="1205948" y="1457739"/>
                </a:lnTo>
                <a:lnTo>
                  <a:pt x="1179443" y="1258956"/>
                </a:lnTo>
                <a:lnTo>
                  <a:pt x="1152939" y="1086678"/>
                </a:lnTo>
                <a:lnTo>
                  <a:pt x="1166191" y="848139"/>
                </a:lnTo>
                <a:lnTo>
                  <a:pt x="1152939" y="675860"/>
                </a:lnTo>
                <a:lnTo>
                  <a:pt x="1113182" y="437321"/>
                </a:lnTo>
                <a:lnTo>
                  <a:pt x="1099930" y="291547"/>
                </a:lnTo>
                <a:lnTo>
                  <a:pt x="1152939" y="92765"/>
                </a:lnTo>
                <a:lnTo>
                  <a:pt x="1139687" y="0"/>
                </a:lnTo>
                <a:lnTo>
                  <a:pt x="848139" y="53008"/>
                </a:lnTo>
                <a:lnTo>
                  <a:pt x="278295" y="39756"/>
                </a:lnTo>
                <a:lnTo>
                  <a:pt x="53009" y="106017"/>
                </a:lnTo>
                <a:close/>
              </a:path>
            </a:pathLst>
          </a:custGeom>
          <a:solidFill>
            <a:srgbClr val="9933FF"/>
          </a:solidFill>
          <a:ln w="28575">
            <a:solidFill>
              <a:schemeClr val="bg1"/>
            </a:solidFill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94353F7-31F6-5C68-A39A-86BFA9775C21}"/>
              </a:ext>
            </a:extLst>
          </p:cNvPr>
          <p:cNvGrpSpPr/>
          <p:nvPr/>
        </p:nvGrpSpPr>
        <p:grpSpPr>
          <a:xfrm rot="-5220000">
            <a:off x="7417762" y="2442451"/>
            <a:ext cx="1932746" cy="1117099"/>
            <a:chOff x="1657932" y="4247536"/>
            <a:chExt cx="1561987" cy="63418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EF373F01-283C-99D1-5DCF-CCC9C0136BB7}"/>
                </a:ext>
              </a:extLst>
            </p:cNvPr>
            <p:cNvSpPr/>
            <p:nvPr/>
          </p:nvSpPr>
          <p:spPr>
            <a:xfrm>
              <a:off x="2236623" y="4486415"/>
              <a:ext cx="983296" cy="385204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  <a:gd name="connsiteX0" fmla="*/ 162232 w 1212717"/>
                <a:gd name="connsiteY0" fmla="*/ 0 h 689564"/>
                <a:gd name="connsiteX1" fmla="*/ 88490 w 1212717"/>
                <a:gd name="connsiteY1" fmla="*/ 147484 h 689564"/>
                <a:gd name="connsiteX2" fmla="*/ 88490 w 1212717"/>
                <a:gd name="connsiteY2" fmla="*/ 147484 h 689564"/>
                <a:gd name="connsiteX3" fmla="*/ 44245 w 1212717"/>
                <a:gd name="connsiteY3" fmla="*/ 353962 h 689564"/>
                <a:gd name="connsiteX4" fmla="*/ 0 w 1212717"/>
                <a:gd name="connsiteY4" fmla="*/ 575187 h 689564"/>
                <a:gd name="connsiteX5" fmla="*/ 973393 w 1212717"/>
                <a:gd name="connsiteY5" fmla="*/ 619433 h 689564"/>
                <a:gd name="connsiteX6" fmla="*/ 1212717 w 1212717"/>
                <a:gd name="connsiteY6" fmla="*/ 689564 h 689564"/>
                <a:gd name="connsiteX7" fmla="*/ 1165122 w 1212717"/>
                <a:gd name="connsiteY7" fmla="*/ 575187 h 689564"/>
                <a:gd name="connsiteX8" fmla="*/ 1165122 w 1212717"/>
                <a:gd name="connsiteY8" fmla="*/ 412955 h 689564"/>
                <a:gd name="connsiteX9" fmla="*/ 1165122 w 1212717"/>
                <a:gd name="connsiteY9" fmla="*/ 221226 h 689564"/>
                <a:gd name="connsiteX10" fmla="*/ 1194619 w 1212717"/>
                <a:gd name="connsiteY10" fmla="*/ 147484 h 689564"/>
                <a:gd name="connsiteX11" fmla="*/ 1047135 w 1212717"/>
                <a:gd name="connsiteY11" fmla="*/ 117987 h 689564"/>
                <a:gd name="connsiteX12" fmla="*/ 796412 w 1212717"/>
                <a:gd name="connsiteY12" fmla="*/ 73742 h 689564"/>
                <a:gd name="connsiteX13" fmla="*/ 457200 w 1212717"/>
                <a:gd name="connsiteY13" fmla="*/ 88491 h 689564"/>
                <a:gd name="connsiteX14" fmla="*/ 191729 w 1212717"/>
                <a:gd name="connsiteY14" fmla="*/ 44245 h 689564"/>
                <a:gd name="connsiteX15" fmla="*/ 162232 w 1212717"/>
                <a:gd name="connsiteY15" fmla="*/ 0 h 689564"/>
                <a:gd name="connsiteX0" fmla="*/ 162232 w 1207396"/>
                <a:gd name="connsiteY0" fmla="*/ 0 h 619844"/>
                <a:gd name="connsiteX1" fmla="*/ 88490 w 1207396"/>
                <a:gd name="connsiteY1" fmla="*/ 147484 h 619844"/>
                <a:gd name="connsiteX2" fmla="*/ 88490 w 1207396"/>
                <a:gd name="connsiteY2" fmla="*/ 147484 h 619844"/>
                <a:gd name="connsiteX3" fmla="*/ 44245 w 1207396"/>
                <a:gd name="connsiteY3" fmla="*/ 353962 h 619844"/>
                <a:gd name="connsiteX4" fmla="*/ 0 w 1207396"/>
                <a:gd name="connsiteY4" fmla="*/ 575187 h 619844"/>
                <a:gd name="connsiteX5" fmla="*/ 973393 w 1207396"/>
                <a:gd name="connsiteY5" fmla="*/ 619433 h 619844"/>
                <a:gd name="connsiteX6" fmla="*/ 1207396 w 1207396"/>
                <a:gd name="connsiteY6" fmla="*/ 548031 h 619844"/>
                <a:gd name="connsiteX7" fmla="*/ 1165122 w 1207396"/>
                <a:gd name="connsiteY7" fmla="*/ 575187 h 619844"/>
                <a:gd name="connsiteX8" fmla="*/ 1165122 w 1207396"/>
                <a:gd name="connsiteY8" fmla="*/ 412955 h 619844"/>
                <a:gd name="connsiteX9" fmla="*/ 1165122 w 1207396"/>
                <a:gd name="connsiteY9" fmla="*/ 221226 h 619844"/>
                <a:gd name="connsiteX10" fmla="*/ 1194619 w 1207396"/>
                <a:gd name="connsiteY10" fmla="*/ 147484 h 619844"/>
                <a:gd name="connsiteX11" fmla="*/ 1047135 w 1207396"/>
                <a:gd name="connsiteY11" fmla="*/ 117987 h 619844"/>
                <a:gd name="connsiteX12" fmla="*/ 796412 w 1207396"/>
                <a:gd name="connsiteY12" fmla="*/ 73742 h 619844"/>
                <a:gd name="connsiteX13" fmla="*/ 457200 w 1207396"/>
                <a:gd name="connsiteY13" fmla="*/ 88491 h 619844"/>
                <a:gd name="connsiteX14" fmla="*/ 191729 w 1207396"/>
                <a:gd name="connsiteY14" fmla="*/ 44245 h 619844"/>
                <a:gd name="connsiteX15" fmla="*/ 162232 w 1207396"/>
                <a:gd name="connsiteY15" fmla="*/ 0 h 61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7396" h="619844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cubicBezTo>
                    <a:pt x="324464" y="589936"/>
                    <a:pt x="772160" y="623959"/>
                    <a:pt x="973393" y="619433"/>
                  </a:cubicBezTo>
                  <a:cubicBezTo>
                    <a:pt x="1174626" y="614907"/>
                    <a:pt x="1127621" y="524654"/>
                    <a:pt x="1207396" y="548031"/>
                  </a:cubicBez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1A9B55F-3DA3-3233-9273-2EE5C521496C}"/>
                </a:ext>
              </a:extLst>
            </p:cNvPr>
            <p:cNvSpPr/>
            <p:nvPr/>
          </p:nvSpPr>
          <p:spPr>
            <a:xfrm>
              <a:off x="1657932" y="4247536"/>
              <a:ext cx="1297858" cy="634181"/>
            </a:xfrm>
            <a:custGeom>
              <a:avLst/>
              <a:gdLst>
                <a:gd name="connsiteX0" fmla="*/ 162232 w 1297858"/>
                <a:gd name="connsiteY0" fmla="*/ 0 h 634181"/>
                <a:gd name="connsiteX1" fmla="*/ 88490 w 1297858"/>
                <a:gd name="connsiteY1" fmla="*/ 147484 h 634181"/>
                <a:gd name="connsiteX2" fmla="*/ 88490 w 1297858"/>
                <a:gd name="connsiteY2" fmla="*/ 147484 h 634181"/>
                <a:gd name="connsiteX3" fmla="*/ 44245 w 1297858"/>
                <a:gd name="connsiteY3" fmla="*/ 353962 h 634181"/>
                <a:gd name="connsiteX4" fmla="*/ 0 w 1297858"/>
                <a:gd name="connsiteY4" fmla="*/ 575187 h 634181"/>
                <a:gd name="connsiteX5" fmla="*/ 973393 w 1297858"/>
                <a:gd name="connsiteY5" fmla="*/ 619433 h 634181"/>
                <a:gd name="connsiteX6" fmla="*/ 1297858 w 1297858"/>
                <a:gd name="connsiteY6" fmla="*/ 634181 h 634181"/>
                <a:gd name="connsiteX7" fmla="*/ 1165122 w 1297858"/>
                <a:gd name="connsiteY7" fmla="*/ 575187 h 634181"/>
                <a:gd name="connsiteX8" fmla="*/ 1165122 w 1297858"/>
                <a:gd name="connsiteY8" fmla="*/ 412955 h 634181"/>
                <a:gd name="connsiteX9" fmla="*/ 1165122 w 1297858"/>
                <a:gd name="connsiteY9" fmla="*/ 221226 h 634181"/>
                <a:gd name="connsiteX10" fmla="*/ 1194619 w 1297858"/>
                <a:gd name="connsiteY10" fmla="*/ 147484 h 634181"/>
                <a:gd name="connsiteX11" fmla="*/ 1047135 w 1297858"/>
                <a:gd name="connsiteY11" fmla="*/ 117987 h 634181"/>
                <a:gd name="connsiteX12" fmla="*/ 796412 w 1297858"/>
                <a:gd name="connsiteY12" fmla="*/ 73742 h 634181"/>
                <a:gd name="connsiteX13" fmla="*/ 457200 w 1297858"/>
                <a:gd name="connsiteY13" fmla="*/ 88491 h 634181"/>
                <a:gd name="connsiteX14" fmla="*/ 191729 w 1297858"/>
                <a:gd name="connsiteY14" fmla="*/ 44245 h 634181"/>
                <a:gd name="connsiteX15" fmla="*/ 162232 w 1297858"/>
                <a:gd name="connsiteY15" fmla="*/ 0 h 634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97858" h="634181">
                  <a:moveTo>
                    <a:pt x="162232" y="0"/>
                  </a:moveTo>
                  <a:lnTo>
                    <a:pt x="88490" y="147484"/>
                  </a:lnTo>
                  <a:lnTo>
                    <a:pt x="88490" y="147484"/>
                  </a:lnTo>
                  <a:lnTo>
                    <a:pt x="44245" y="353962"/>
                  </a:lnTo>
                  <a:lnTo>
                    <a:pt x="0" y="575187"/>
                  </a:lnTo>
                  <a:lnTo>
                    <a:pt x="973393" y="619433"/>
                  </a:lnTo>
                  <a:lnTo>
                    <a:pt x="1297858" y="634181"/>
                  </a:lnTo>
                  <a:lnTo>
                    <a:pt x="1165122" y="575187"/>
                  </a:lnTo>
                  <a:lnTo>
                    <a:pt x="1165122" y="412955"/>
                  </a:lnTo>
                  <a:lnTo>
                    <a:pt x="1165122" y="221226"/>
                  </a:lnTo>
                  <a:lnTo>
                    <a:pt x="1194619" y="147484"/>
                  </a:lnTo>
                  <a:lnTo>
                    <a:pt x="1047135" y="117987"/>
                  </a:lnTo>
                  <a:lnTo>
                    <a:pt x="796412" y="73742"/>
                  </a:lnTo>
                  <a:lnTo>
                    <a:pt x="457200" y="88491"/>
                  </a:lnTo>
                  <a:lnTo>
                    <a:pt x="191729" y="44245"/>
                  </a:lnTo>
                  <a:lnTo>
                    <a:pt x="162232" y="0"/>
                  </a:lnTo>
                  <a:close/>
                </a:path>
              </a:pathLst>
            </a:custGeom>
            <a:gradFill>
              <a:gsLst>
                <a:gs pos="8000">
                  <a:schemeClr val="bg1">
                    <a:lumMod val="50000"/>
                  </a:schemeClr>
                </a:gs>
                <a:gs pos="25000">
                  <a:srgbClr val="F3F3F3"/>
                </a:gs>
                <a:gs pos="6200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177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94D667D-7C42-9144-5991-B5C847E636B4}"/>
              </a:ext>
            </a:extLst>
          </p:cNvPr>
          <p:cNvSpPr txBox="1"/>
          <p:nvPr/>
        </p:nvSpPr>
        <p:spPr>
          <a:xfrm>
            <a:off x="171723" y="2654011"/>
            <a:ext cx="653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A4F993-0AD1-1BDC-523B-4C660DC9808E}"/>
              </a:ext>
            </a:extLst>
          </p:cNvPr>
          <p:cNvSpPr txBox="1"/>
          <p:nvPr/>
        </p:nvSpPr>
        <p:spPr>
          <a:xfrm rot="60000">
            <a:off x="1093467" y="2756989"/>
            <a:ext cx="66835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V Boli" panose="02000500030200090000" pitchFamily="2" charset="0"/>
                <a:ea typeface="Open Sans" panose="020B0606030504020204" pitchFamily="34" charset="0"/>
                <a:cs typeface="MV Boli" panose="02000500030200090000" pitchFamily="2" charset="0"/>
              </a:rPr>
              <a:t>Build your Project Part 2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AC0A29-1816-AF2E-0B14-F4BDC079D168}"/>
              </a:ext>
            </a:extLst>
          </p:cNvPr>
          <p:cNvGrpSpPr/>
          <p:nvPr/>
        </p:nvGrpSpPr>
        <p:grpSpPr>
          <a:xfrm>
            <a:off x="9086929" y="10187036"/>
            <a:ext cx="3062072" cy="548112"/>
            <a:chOff x="8151095" y="218152"/>
            <a:chExt cx="3845427" cy="686723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44B3490-39EE-85B8-4E34-BD43825FB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033D24-B0FA-C038-D4D2-3A4F1A2381EF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45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5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/>
      <p:bldP spid="14" grpId="0"/>
      <p:bldP spid="3" grpId="0" animBg="1"/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6E052B-0018-F2A3-2107-67A576A2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What Are Parameter Query?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CC9881-0D8D-3381-0B07-97576E7E7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392"/>
          <a:stretch/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359962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6A: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Automated Requests for Criteria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6A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094D40F-EAC7-D74B-FC43-DB39E4B08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076" y="1642502"/>
            <a:ext cx="2540971" cy="2381050"/>
          </a:xfrm>
          <a:prstGeom prst="rect">
            <a:avLst/>
          </a:prstGeom>
        </p:spPr>
      </p:pic>
      <p:pic>
        <p:nvPicPr>
          <p:cNvPr id="5" name="Picture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92157AF9-8B46-0A15-2C64-72DA29F4AF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907" y="3190516"/>
            <a:ext cx="3922021" cy="207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0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6A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5713BF-2227-CD43-87E6-A5DE92D65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07" y="2070568"/>
            <a:ext cx="8976748" cy="81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05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6A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00E4E8F9-0750-30BF-077D-BD7442F6E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3507" y="1101949"/>
            <a:ext cx="3180359" cy="1584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5EC5A1-BA15-5768-EB37-9D03A7C45E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6" y="4171162"/>
            <a:ext cx="9563088" cy="77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8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6E052B-0018-F2A3-2107-67A576A2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dirty="0"/>
              <a:t>Syntax for a Parameter Query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D350FD-B4E2-A747-C391-9B9ABA93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63" y="1111625"/>
            <a:ext cx="10761457" cy="3961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918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74900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6B: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Query with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multiple parameters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699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6B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89C4DC2-E635-1130-CDE3-5C438A47D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839" y="1633319"/>
            <a:ext cx="4571382" cy="38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6B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C80443BF-8970-68EE-B9F0-D6ADDA8AE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85" y="2080460"/>
            <a:ext cx="8823584" cy="32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8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107</Words>
  <Application>Microsoft Office PowerPoint</Application>
  <PresentationFormat>Widescreen</PresentationFormat>
  <Paragraphs>37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MV Boli</vt:lpstr>
      <vt:lpstr>Office Theme</vt:lpstr>
      <vt:lpstr>2_Office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What Are Parameter Query?</vt:lpstr>
      <vt:lpstr>Lab 6A:  Creating Automated Requests for Criteria</vt:lpstr>
      <vt:lpstr>PowerPoint Presentation</vt:lpstr>
      <vt:lpstr>PowerPoint Presentation</vt:lpstr>
      <vt:lpstr>PowerPoint Presentation</vt:lpstr>
      <vt:lpstr>Syntax for a Parameter Query</vt:lpstr>
      <vt:lpstr>Lab 6B:  Query with  multiple parameters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29</cp:revision>
  <dcterms:created xsi:type="dcterms:W3CDTF">2025-11-09T07:43:58Z</dcterms:created>
  <dcterms:modified xsi:type="dcterms:W3CDTF">2025-11-10T06:46:08Z</dcterms:modified>
</cp:coreProperties>
</file>