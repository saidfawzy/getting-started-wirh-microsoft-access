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sldIdLst>
    <p:sldId id="256" r:id="rId4"/>
    <p:sldId id="257" r:id="rId5"/>
    <p:sldId id="446" r:id="rId6"/>
    <p:sldId id="459" r:id="rId7"/>
    <p:sldId id="472" r:id="rId8"/>
    <p:sldId id="401" r:id="rId9"/>
    <p:sldId id="476" r:id="rId10"/>
    <p:sldId id="477" r:id="rId11"/>
    <p:sldId id="478" r:id="rId12"/>
    <p:sldId id="479" r:id="rId13"/>
    <p:sldId id="480" r:id="rId14"/>
    <p:sldId id="473" r:id="rId15"/>
    <p:sldId id="474" r:id="rId16"/>
    <p:sldId id="482" r:id="rId17"/>
    <p:sldId id="483" r:id="rId18"/>
    <p:sldId id="484" r:id="rId19"/>
    <p:sldId id="46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2031"/>
    <a:srgbClr val="881421"/>
    <a:srgbClr val="C94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D41F-4221-062B-B5C5-584E82281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C21E4-2009-9AF5-91F1-BA167997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ABA3F-E9CB-E3CE-2F4E-0F0E30D9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A52A1-655A-C8F6-B9CB-032E975B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D6CE-AFEC-BD7D-AD90-28CC5AD9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9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3828-28B6-84DD-922E-F6CFA6E7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3566-F73A-DF70-E290-41AF27A2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ED62-8AE8-6945-83A7-0C3B7E9B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295E3-8AB4-0E9B-87B4-2E90CEFF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E585-87EC-0505-C2BB-EBA1F83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9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6CA1-6D4C-56A5-B40D-5DC7E7C7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A2F4-F2ED-B664-E08E-E854BC99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7E171-797D-0688-FDD7-4B6408ED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68247-6504-B4BC-EAC3-261A7314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E0AD-20CE-4B49-3D16-9B3ED77B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4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27C4-7B5D-0803-FD11-E61A42D2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F4D1-1836-9541-A4EE-846522648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D6B1F-C93B-2D6A-3C35-A10BF93F0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C9BA0-E7D3-3218-F424-08D70A9A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F830-1437-7916-DD43-1EB9DA50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0235E-D86E-D11E-96DD-2376C36B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0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2388-2051-EA46-7D55-8707E687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8787-3E76-6AFA-1C9C-8FB9E327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D0DA8-71D2-12B2-CEBB-1DBE84E7B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DCA60-347C-85A9-C679-71841ACAE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E2055-497E-678F-FB1C-59252526B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42F9D-62C5-09EA-AB4D-4A258C7A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46CA7-8138-828F-61E4-0ACE6B1A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FC305-5A83-FB8D-B76B-731C9E6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B21D-CF8F-02DC-229B-27AA5C55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870DB-9C3B-3558-C18E-46DB5F12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95F63-98AC-1F42-D113-53DFBFB9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B67C6-4CFF-9699-B27B-26C4F92C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C337F-FD1D-8051-3CDB-58D454E5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1B8C2-D602-8C17-2DC1-105C9AA6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11BC-D9AD-689D-FEE1-D93C1872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126C-900F-B424-C187-156174BB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4A5F-870D-F62F-BDAA-A0A9859B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32B30-39A3-00CD-A5AE-9A652803D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6CC06-D1A4-767D-7C57-EC2FCEC4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B8EFB-B0D3-DA4A-7A05-EC242801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629B-922E-A4F3-FE09-E77398C9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2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2657-E505-4A91-A96A-20FABDBB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E36E4-8E73-8437-6B31-45927020F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1B500-B1C6-082A-6F7E-92865751E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6FF0-D117-8966-333A-0FBA72E9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A9AD8-A9CA-8664-811F-A7CEE37A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F0BA-6C76-3ACE-B7E4-B3C839C8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2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2FC1-F93D-B733-714F-EEE48BF8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40127-20AD-9432-CB99-223E82407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3C3F-107D-B457-1A68-24111883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6D996-54D3-F598-B285-FA601425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757C-CD3E-3703-29B4-EC02752D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1F99C-6D3F-3AE2-B00F-7AEDFB964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143DD-38EE-D7A4-1FA3-BBC9E8541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C510-87AB-A3EB-45C8-14445573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3F85F-3624-5B59-F135-88572B89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B8F7-B957-9EA2-8492-F95993CA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31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92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25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46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12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061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11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833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983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077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589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281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836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235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106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459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532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655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432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335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98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80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A5223-96CB-A5E1-6C11-10B540EA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3006F-5EC2-E6F3-4E21-74FA8CDC9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AF6E-E243-E44A-CA4E-0814958D3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F562B-AC2E-8862-7BC1-7D2278800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5291-A973-6A90-5D0B-FB5597341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7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63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58A052-A60C-69D9-C4BA-F53BA977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674" y="0"/>
            <a:ext cx="4396063" cy="3297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009661-F51A-E94E-E81D-365FE63F9E5B}"/>
              </a:ext>
            </a:extLst>
          </p:cNvPr>
          <p:cNvSpPr/>
          <p:nvPr/>
        </p:nvSpPr>
        <p:spPr>
          <a:xfrm>
            <a:off x="282761" y="429699"/>
            <a:ext cx="63898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sz="4400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49E40-821F-3140-1DC1-541015007926}"/>
              </a:ext>
            </a:extLst>
          </p:cNvPr>
          <p:cNvSpPr/>
          <p:nvPr/>
        </p:nvSpPr>
        <p:spPr>
          <a:xfrm>
            <a:off x="282761" y="1303571"/>
            <a:ext cx="564609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43AB0-34D3-791E-CF42-A0835F2F38B1}"/>
              </a:ext>
            </a:extLst>
          </p:cNvPr>
          <p:cNvSpPr/>
          <p:nvPr/>
        </p:nvSpPr>
        <p:spPr>
          <a:xfrm>
            <a:off x="282761" y="2102475"/>
            <a:ext cx="323999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CE04A1-AF75-6C5C-C3CD-43BF1409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8A937B8-538B-6A6B-D94E-385234C6D801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4D3DC-0CC3-1542-5A0A-B1FE9451E6A1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0B76F-3963-9F81-5B60-31940C992259}"/>
              </a:ext>
            </a:extLst>
          </p:cNvPr>
          <p:cNvSpPr/>
          <p:nvPr/>
        </p:nvSpPr>
        <p:spPr>
          <a:xfrm>
            <a:off x="813996" y="3137306"/>
            <a:ext cx="139012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969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6608-B284-A2D0-BDBA-952F723B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EF16E-F976-1573-FE2C-DF4771C0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73" y="156148"/>
            <a:ext cx="1753363" cy="13150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9B6176-2CED-8D52-4C2F-AC09D0B75790}"/>
              </a:ext>
            </a:extLst>
          </p:cNvPr>
          <p:cNvSpPr/>
          <p:nvPr/>
        </p:nvSpPr>
        <p:spPr>
          <a:xfrm>
            <a:off x="296741" y="242484"/>
            <a:ext cx="27286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870786-FC60-BA38-F6F0-E1F94B1D0425}"/>
              </a:ext>
            </a:extLst>
          </p:cNvPr>
          <p:cNvSpPr/>
          <p:nvPr/>
        </p:nvSpPr>
        <p:spPr>
          <a:xfrm>
            <a:off x="322982" y="533003"/>
            <a:ext cx="24625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42B3F-C44E-E49D-C240-860CFB162E67}"/>
              </a:ext>
            </a:extLst>
          </p:cNvPr>
          <p:cNvSpPr/>
          <p:nvPr/>
        </p:nvSpPr>
        <p:spPr>
          <a:xfrm>
            <a:off x="322982" y="844684"/>
            <a:ext cx="145905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6BEBC7-6306-0D0D-10D3-F15D6C2C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00602527-EC75-9458-5B67-0DD54517B4C8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E070D-9BC5-3A28-56F7-F7FC80052728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E2C13-0BDB-24E3-7B93-1B89568A2A9E}"/>
              </a:ext>
            </a:extLst>
          </p:cNvPr>
          <p:cNvSpPr/>
          <p:nvPr/>
        </p:nvSpPr>
        <p:spPr>
          <a:xfrm>
            <a:off x="0" y="1744858"/>
            <a:ext cx="1219199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C786A-06CE-02DD-A14F-F6AC052C8950}"/>
              </a:ext>
            </a:extLst>
          </p:cNvPr>
          <p:cNvSpPr/>
          <p:nvPr/>
        </p:nvSpPr>
        <p:spPr>
          <a:xfrm>
            <a:off x="-63685" y="3476551"/>
            <a:ext cx="1225568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sz="54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Navigation and Switchboard Forms</a:t>
            </a:r>
          </a:p>
        </p:txBody>
      </p:sp>
    </p:spTree>
    <p:extLst>
      <p:ext uri="{BB962C8B-B14F-4D97-AF65-F5344CB8AC3E}">
        <p14:creationId xmlns:p14="http://schemas.microsoft.com/office/powerpoint/2010/main" val="3062863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43627E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Navigation Form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Switchboard Form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Creating Form Using Blank Form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7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5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Navigation Form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87F838-0AF2-D1AD-156C-197DDFFAD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76" y="2385457"/>
            <a:ext cx="11211048" cy="309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Navigation Form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98950-9469-6F00-7E21-99BB9B3AD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659" y="1966293"/>
            <a:ext cx="947268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1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74900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11A: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a Navigation Form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ED2FEA9-7743-989C-206E-CD057E435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680" y="1368038"/>
            <a:ext cx="8024233" cy="43855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906F533-B1F3-A921-5E2A-A945B6475C53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11A</a:t>
            </a:r>
          </a:p>
        </p:txBody>
      </p:sp>
    </p:spTree>
    <p:extLst>
      <p:ext uri="{BB962C8B-B14F-4D97-AF65-F5344CB8AC3E}">
        <p14:creationId xmlns:p14="http://schemas.microsoft.com/office/powerpoint/2010/main" val="380076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06F533-B1F3-A921-5E2A-A945B6475C53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11A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BC71BBE2-B240-BD72-701E-DD33DBD0E5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517" y="1723188"/>
            <a:ext cx="6869011" cy="353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22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06F533-B1F3-A921-5E2A-A945B6475C53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11A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01C6881-6506-AD68-E733-A51B54A50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4" y="1459903"/>
            <a:ext cx="4138551" cy="3715867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277CF76B-60C6-E7A8-75B6-56C9DF8329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165" y="2968175"/>
            <a:ext cx="5415307" cy="250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3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06F533-B1F3-A921-5E2A-A945B6475C53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11A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22CA51-FAD8-0332-B205-B99EF3F72D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10" y="1386616"/>
            <a:ext cx="7184390" cy="437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8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06F533-B1F3-A921-5E2A-A945B6475C53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11A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B97AC8-F241-C2AC-6F32-AB721F7A1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316" y="1310677"/>
            <a:ext cx="5701684" cy="470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6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Switchboard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E48AE-EA17-91DD-401A-329945852E23}"/>
              </a:ext>
            </a:extLst>
          </p:cNvPr>
          <p:cNvSpPr txBox="1"/>
          <p:nvPr/>
        </p:nvSpPr>
        <p:spPr>
          <a:xfrm>
            <a:off x="820875" y="2270177"/>
            <a:ext cx="9824666" cy="3240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Switchboards are used to navigate database Objects.</a:t>
            </a:r>
          </a:p>
          <a:p>
            <a:pPr marL="5143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create a switchboard, you use switchboard Manager.</a:t>
            </a:r>
          </a:p>
          <a:p>
            <a:pPr marL="5143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Switchboard manager doesn’t show up in access by default.</a:t>
            </a:r>
          </a:p>
          <a:p>
            <a:pPr marL="5143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 have to add it to your Quick Access Toolbar </a:t>
            </a:r>
          </a:p>
        </p:txBody>
      </p:sp>
    </p:spTree>
    <p:extLst>
      <p:ext uri="{BB962C8B-B14F-4D97-AF65-F5344CB8AC3E}">
        <p14:creationId xmlns:p14="http://schemas.microsoft.com/office/powerpoint/2010/main" val="8061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74900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11B: </a:t>
            </a:r>
            <a:br>
              <a:rPr lang="en-US" sz="5000" b="1">
                <a:solidFill>
                  <a:schemeClr val="bg1"/>
                </a:solidFill>
              </a:rPr>
            </a:br>
            <a:r>
              <a:rPr lang="en-US" sz="5000" b="1">
                <a:solidFill>
                  <a:schemeClr val="bg1"/>
                </a:solidFill>
              </a:rPr>
              <a:t>Creating a Switchboard Form</a:t>
            </a:r>
            <a:endParaRPr lang="en-US" sz="5000" b="1" dirty="0">
              <a:solidFill>
                <a:schemeClr val="bg1"/>
              </a:solidFill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98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06F533-B1F3-A921-5E2A-A945B6475C53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11B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C25D82-5F8E-2E4E-F7FC-8E394D5B3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277" y="1378155"/>
            <a:ext cx="3527370" cy="52677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8335D-8280-C582-6901-FFBF300B4B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480" y="2305650"/>
            <a:ext cx="5266243" cy="434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0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06F533-B1F3-A921-5E2A-A945B6475C53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11B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3AABF5-336C-318F-7806-7DBDFA8917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025" y="1602106"/>
            <a:ext cx="6088294" cy="1159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64EA4D-4E6F-756F-6D21-3F1EF8B28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845" y="3572907"/>
            <a:ext cx="3884203" cy="2564877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F13202A1-0C56-3503-FDDF-61DE1F3DDE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989" y="3588901"/>
            <a:ext cx="4053432" cy="148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1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06F533-B1F3-A921-5E2A-A945B6475C53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11B</a:t>
            </a:r>
          </a:p>
        </p:txBody>
      </p:sp>
      <p:pic>
        <p:nvPicPr>
          <p:cNvPr id="2" name="Picture 1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69353314-01B2-B4BC-375F-0EAE469F90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850" y="1835357"/>
            <a:ext cx="4583750" cy="263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7681D0-AC47-9F1C-86EB-00B477AA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3" y="150495"/>
            <a:ext cx="4541914" cy="1310754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EB5D2BA-1C9F-2E32-0DFA-57489C3BCA4B}"/>
              </a:ext>
            </a:extLst>
          </p:cNvPr>
          <p:cNvSpPr txBox="1">
            <a:spLocks/>
          </p:cNvSpPr>
          <p:nvPr/>
        </p:nvSpPr>
        <p:spPr>
          <a:xfrm>
            <a:off x="437085" y="6313683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127</Words>
  <Application>Microsoft Office PowerPoint</Application>
  <PresentationFormat>Widescreen</PresentationFormat>
  <Paragraphs>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MV Boli</vt:lpstr>
      <vt:lpstr>Office Theme</vt:lpstr>
      <vt:lpstr>2_Office Theme</vt:lpstr>
      <vt:lpstr>3_Office Theme</vt:lpstr>
      <vt:lpstr>PowerPoint Presentation</vt:lpstr>
      <vt:lpstr>PowerPoint Presentation</vt:lpstr>
      <vt:lpstr>PowerPoint Presentation</vt:lpstr>
      <vt:lpstr>Navigation Form</vt:lpstr>
      <vt:lpstr>Navigation Form</vt:lpstr>
      <vt:lpstr>Lab 11A:  Creating a Navigation 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Switchboard</vt:lpstr>
      <vt:lpstr>Lab 11B:  Creating a Switchboard Form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Fawzy</dc:creator>
  <cp:lastModifiedBy>Said Fawzy</cp:lastModifiedBy>
  <cp:revision>33</cp:revision>
  <dcterms:created xsi:type="dcterms:W3CDTF">2025-11-09T07:43:58Z</dcterms:created>
  <dcterms:modified xsi:type="dcterms:W3CDTF">2025-11-10T06:46:47Z</dcterms:modified>
</cp:coreProperties>
</file>